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5"/>
  </p:notesMasterIdLst>
  <p:sldIdLst>
    <p:sldId id="320" r:id="rId2"/>
    <p:sldId id="256" r:id="rId3"/>
    <p:sldId id="295" r:id="rId4"/>
    <p:sldId id="259" r:id="rId5"/>
    <p:sldId id="265" r:id="rId6"/>
    <p:sldId id="258" r:id="rId7"/>
    <p:sldId id="260" r:id="rId8"/>
    <p:sldId id="261" r:id="rId9"/>
    <p:sldId id="296" r:id="rId10"/>
    <p:sldId id="262" r:id="rId11"/>
    <p:sldId id="297" r:id="rId12"/>
    <p:sldId id="298" r:id="rId13"/>
    <p:sldId id="306" r:id="rId14"/>
    <p:sldId id="301" r:id="rId15"/>
    <p:sldId id="316" r:id="rId16"/>
    <p:sldId id="305" r:id="rId17"/>
    <p:sldId id="307" r:id="rId18"/>
    <p:sldId id="300" r:id="rId19"/>
    <p:sldId id="302" r:id="rId20"/>
    <p:sldId id="308" r:id="rId21"/>
    <p:sldId id="311" r:id="rId22"/>
    <p:sldId id="310" r:id="rId23"/>
    <p:sldId id="309" r:id="rId24"/>
    <p:sldId id="303" r:id="rId25"/>
    <p:sldId id="312" r:id="rId26"/>
    <p:sldId id="313" r:id="rId27"/>
    <p:sldId id="314" r:id="rId28"/>
    <p:sldId id="304" r:id="rId29"/>
    <p:sldId id="317" r:id="rId30"/>
    <p:sldId id="318" r:id="rId31"/>
    <p:sldId id="264" r:id="rId32"/>
    <p:sldId id="319" r:id="rId33"/>
    <p:sldId id="277" r:id="rId34"/>
  </p:sldIdLst>
  <p:sldSz cx="9144000" cy="5143500" type="screen16x9"/>
  <p:notesSz cx="6858000" cy="9144000"/>
  <p:embeddedFontLst>
    <p:embeddedFont>
      <p:font typeface="Anaheim" pitchFamily="2" charset="77"/>
      <p:regular r:id="rId36"/>
      <p:bold r:id="rId37"/>
    </p:embeddedFont>
    <p:embeddedFont>
      <p:font typeface="Cairo"/>
      <p:regular r:id="rId38"/>
      <p:bold r:id="rId39"/>
    </p:embeddedFont>
    <p:embeddedFont>
      <p:font typeface="Cambria Math" panose="02040503050406030204" pitchFamily="18" charset="0"/>
      <p:regular r:id="rId40"/>
    </p:embeddedFont>
    <p:embeddedFont>
      <p:font typeface="Nunito Light" pitchFamily="2" charset="77"/>
      <p:regular r:id="rId41"/>
      <p:italic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  <p:embeddedFont>
      <p:font typeface="PT Sans" panose="020B0503020203020204" pitchFamily="34" charset="77"/>
      <p:regular r:id="rId47"/>
      <p:bold r:id="rId48"/>
      <p:italic r:id="rId49"/>
      <p:boldItalic r:id="rId50"/>
    </p:embeddedFont>
    <p:embeddedFont>
      <p:font typeface="Raleway" pitchFamily="2" charset="77"/>
      <p:regular r:id="rId51"/>
      <p:bold r:id="rId52"/>
      <p:italic r:id="rId53"/>
      <p:boldItalic r:id="rId54"/>
    </p:embeddedFont>
    <p:embeddedFont>
      <p:font typeface="Space Grotesk"/>
      <p:regular r:id="rId55"/>
      <p:bold r:id="rId56"/>
    </p:embeddedFont>
    <p:embeddedFont>
      <p:font typeface="Space Grotesk Medium"/>
      <p:regular r:id="rId57"/>
      <p:bold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000"/>
    <a:srgbClr val="FFD700"/>
    <a:srgbClr val="E6D3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13F5C6-F1FE-48BA-A7DE-3F653CB10C2E}">
  <a:tblStyle styleId="{9A13F5C6-F1FE-48BA-A7DE-3F653CB10C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5CFDAE0-FE86-470E-901F-BE4031371F4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25"/>
    <p:restoredTop sz="94741"/>
  </p:normalViewPr>
  <p:slideViewPr>
    <p:cSldViewPr snapToGrid="0">
      <p:cViewPr varScale="1">
        <p:scale>
          <a:sx n="146" d="100"/>
          <a:sy n="146" d="100"/>
        </p:scale>
        <p:origin x="16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font" Target="fonts/font23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font" Target="fonts/font2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Miera </a:t>
            </a:r>
            <a:r>
              <a:rPr lang="en-US" sz="1800" dirty="0" err="1"/>
              <a:t>zľavy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Karta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0.00%">
                  <c:v>1.6400000000000001E-2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83-8840-8A18-8541444E12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Karta 2</c:v>
                </c:pt>
              </c:strCache>
            </c:strRef>
          </c:tx>
          <c:spPr>
            <a:solidFill>
              <a:schemeClr val="accent4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 formatCode="0.00%">
                  <c:v>2.8000000000000001E-2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83-8840-8A18-8541444E12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Karta 3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 formatCode="0.00%">
                  <c:v>5.96E-2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83-8840-8A18-8541444E12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24691455"/>
        <c:axId val="724684287"/>
      </c:barChart>
      <c:catAx>
        <c:axId val="724691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4684287"/>
        <c:crosses val="autoZero"/>
        <c:auto val="1"/>
        <c:lblAlgn val="ctr"/>
        <c:lblOffset val="100"/>
        <c:noMultiLvlLbl val="0"/>
      </c:catAx>
      <c:valAx>
        <c:axId val="72468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691455"/>
        <c:crosses val="autoZero"/>
        <c:crossBetween val="between"/>
      </c:valAx>
      <c:spPr>
        <a:noFill/>
        <a:ln w="0" cap="flat" cmpd="sng">
          <a:solidFill>
            <a:schemeClr val="accent1"/>
          </a:solidFill>
          <a:round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Priemerný </a:t>
            </a:r>
            <a:r>
              <a:rPr lang="en-US" sz="1800" dirty="0" err="1"/>
              <a:t>počet</a:t>
            </a:r>
            <a:r>
              <a:rPr lang="en-US" sz="1800" dirty="0"/>
              <a:t> </a:t>
            </a:r>
            <a:r>
              <a:rPr lang="en-US" sz="1800" dirty="0" err="1"/>
              <a:t>nákupov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Karta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83-8840-8A18-8541444E12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Karta 2</c:v>
                </c:pt>
              </c:strCache>
            </c:strRef>
          </c:tx>
          <c:spPr>
            <a:solidFill>
              <a:schemeClr val="accent4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83-8840-8A18-8541444E12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Karta 3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83-8840-8A18-8541444E12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24691455"/>
        <c:axId val="724684287"/>
      </c:barChart>
      <c:catAx>
        <c:axId val="724691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4684287"/>
        <c:crosses val="autoZero"/>
        <c:auto val="1"/>
        <c:lblAlgn val="ctr"/>
        <c:lblOffset val="100"/>
        <c:noMultiLvlLbl val="0"/>
      </c:catAx>
      <c:valAx>
        <c:axId val="72468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691455"/>
        <c:crosses val="autoZero"/>
        <c:crossBetween val="between"/>
      </c:valAx>
      <c:spPr>
        <a:noFill/>
        <a:ln w="0">
          <a:solidFill>
            <a:schemeClr val="accent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 err="1"/>
              <a:t>Priemerná</a:t>
            </a:r>
            <a:r>
              <a:rPr lang="en-US" sz="1800" dirty="0"/>
              <a:t> </a:t>
            </a:r>
            <a:r>
              <a:rPr lang="en-US" sz="1800" dirty="0" err="1"/>
              <a:t>tržba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Karta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#,##0.00\ [$€-1];[Red]\-#,##0.00\ [$€-1]">
                  <c:v>295.02999999999997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93-E546-931A-2627508303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Karta 2</c:v>
                </c:pt>
              </c:strCache>
            </c:strRef>
          </c:tx>
          <c:spPr>
            <a:solidFill>
              <a:schemeClr val="accent4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 formatCode="#,##0.00\ [$€-1];[Red]\-#,##0.00\ [$€-1]">
                  <c:v>1103.43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93-E546-931A-2627508303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Karta 3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 formatCode="#,##0.00\ [$€-1];[Red]\-#,##0.00\ [$€-1]">
                  <c:v>3645.59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93-E546-931A-262750830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24691455"/>
        <c:axId val="724684287"/>
      </c:barChart>
      <c:catAx>
        <c:axId val="724691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4684287"/>
        <c:crosses val="autoZero"/>
        <c:auto val="1"/>
        <c:lblAlgn val="ctr"/>
        <c:lblOffset val="100"/>
        <c:noMultiLvlLbl val="0"/>
      </c:catAx>
      <c:valAx>
        <c:axId val="72468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\ [$€-1];[Red]\-#,##0.00\ [$€-1]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691455"/>
        <c:crosses val="autoZero"/>
        <c:crossBetween val="between"/>
      </c:valAx>
      <c:spPr>
        <a:noFill/>
        <a:ln w="0">
          <a:solidFill>
            <a:schemeClr val="accent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Miera </a:t>
            </a:r>
            <a:r>
              <a:rPr lang="en-US" sz="1800" dirty="0" err="1"/>
              <a:t>zľavy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 25</c:v>
                </c:pt>
              </c:strCache>
            </c:strRef>
          </c:tx>
          <c:spPr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Vek</c:v>
                </c:pt>
              </c:strCache>
            </c:strRef>
          </c:cat>
          <c:val>
            <c:numRef>
              <c:f>Sheet1!$B$2</c:f>
              <c:numCache>
                <c:formatCode>0.00%</c:formatCode>
                <c:ptCount val="1"/>
                <c:pt idx="0">
                  <c:v>2.3599999999999999E-2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83-8840-8A18-8541444E12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26 - 35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Vek</c:v>
                </c:pt>
              </c:strCache>
            </c:strRef>
          </c:cat>
          <c:val>
            <c:numRef>
              <c:f>Sheet1!$C$2</c:f>
              <c:numCache>
                <c:formatCode>0.00%</c:formatCode>
                <c:ptCount val="1"/>
                <c:pt idx="0">
                  <c:v>2.1499999999999998E-2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83-8840-8A18-8541444E12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36 - 45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Vek</c:v>
                </c:pt>
              </c:strCache>
            </c:strRef>
          </c:cat>
          <c:val>
            <c:numRef>
              <c:f>Sheet1!$D$2</c:f>
              <c:numCache>
                <c:formatCode>0.00%</c:formatCode>
                <c:ptCount val="1"/>
                <c:pt idx="0">
                  <c:v>1.95E-2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83-8840-8A18-8541444E121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46 - 60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Vek</c:v>
                </c:pt>
              </c:strCache>
            </c:strRef>
          </c:cat>
          <c:val>
            <c:numRef>
              <c:f>Sheet1!$E$2</c:f>
              <c:numCache>
                <c:formatCode>0.00%</c:formatCode>
                <c:ptCount val="1"/>
                <c:pt idx="0">
                  <c:v>1.9199999999999998E-2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DD-2645-87BA-F3F167BB4CE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60+</c:v>
                </c:pt>
              </c:strCache>
            </c:strRef>
          </c:tx>
          <c:spPr>
            <a:solidFill>
              <a:schemeClr val="bg2">
                <a:lumMod val="1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Vek</c:v>
                </c:pt>
              </c:strCache>
            </c:strRef>
          </c:cat>
          <c:val>
            <c:numRef>
              <c:f>Sheet1!$F$2</c:f>
              <c:numCache>
                <c:formatCode>0.00%</c:formatCode>
                <c:ptCount val="1"/>
                <c:pt idx="0">
                  <c:v>1.6500000000000001E-2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DD-2645-87BA-F3F167BB4C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24691455"/>
        <c:axId val="724684287"/>
      </c:barChart>
      <c:catAx>
        <c:axId val="724691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4684287"/>
        <c:crosses val="autoZero"/>
        <c:auto val="1"/>
        <c:lblAlgn val="ctr"/>
        <c:lblOffset val="100"/>
        <c:noMultiLvlLbl val="0"/>
      </c:catAx>
      <c:valAx>
        <c:axId val="72468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691455"/>
        <c:crosses val="autoZero"/>
        <c:crossBetween val="between"/>
      </c:valAx>
      <c:spPr>
        <a:noFill/>
        <a:ln w="0" cap="flat" cmpd="sng">
          <a:solidFill>
            <a:schemeClr val="accent1"/>
          </a:solidFill>
          <a:round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 err="1"/>
              <a:t>Ľudia</a:t>
            </a:r>
            <a:r>
              <a:rPr lang="en-US" sz="1800" dirty="0"/>
              <a:t> </a:t>
            </a:r>
            <a:r>
              <a:rPr lang="en-US" sz="1800" dirty="0" err="1"/>
              <a:t>odoberajúci</a:t>
            </a:r>
            <a:r>
              <a:rPr lang="en-US" sz="1800" dirty="0"/>
              <a:t> newsletter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podiel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E7-0D44-9359-83C74A1D224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E7-0D44-9359-83C74A1D2248}"/>
              </c:ext>
            </c:extLst>
          </c:dPt>
          <c:cat>
            <c:strRef>
              <c:f>Sheet1!$A$2:$A$3</c:f>
              <c:strCache>
                <c:ptCount val="2"/>
                <c:pt idx="0">
                  <c:v>Neodoberá</c:v>
                </c:pt>
                <c:pt idx="1">
                  <c:v>Odoberá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0.84089999999999998</c:v>
                </c:pt>
                <c:pt idx="1">
                  <c:v>0.15909999999999999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83-8840-8A18-8541444E12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0" cap="flat" cmpd="sng">
          <a:solidFill>
            <a:schemeClr val="accent1"/>
          </a:solidFill>
          <a:round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 err="1"/>
              <a:t>Odber</a:t>
            </a:r>
            <a:r>
              <a:rPr lang="en-US" sz="1800" baseline="0" dirty="0"/>
              <a:t> </a:t>
            </a:r>
            <a:r>
              <a:rPr lang="en-US" sz="1800" baseline="0" dirty="0" err="1"/>
              <a:t>newsletteru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podiel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E7-0D44-9359-83C74A1D2248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E7-0D44-9359-83C74A1D2248}"/>
              </c:ext>
            </c:extLst>
          </c:dPt>
          <c:cat>
            <c:strRef>
              <c:f>Sheet1!$A$2:$A$3</c:f>
              <c:strCache>
                <c:ptCount val="2"/>
                <c:pt idx="0">
                  <c:v>Súhlas odberu</c:v>
                </c:pt>
                <c:pt idx="1">
                  <c:v>Nesúhlas odberu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0.28000000000000003</c:v>
                </c:pt>
                <c:pt idx="1">
                  <c:v>0.28310000000000002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83-8840-8A18-8541444E12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94806720"/>
        <c:axId val="1428828864"/>
      </c:barChart>
      <c:catAx>
        <c:axId val="13948067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28828864"/>
        <c:crosses val="autoZero"/>
        <c:auto val="1"/>
        <c:lblAlgn val="ctr"/>
        <c:lblOffset val="100"/>
        <c:noMultiLvlLbl val="0"/>
      </c:catAx>
      <c:valAx>
        <c:axId val="142882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4806720"/>
        <c:crosses val="autoZero"/>
        <c:crossBetween val="between"/>
      </c:valAx>
      <c:spPr>
        <a:noFill/>
        <a:ln w="0" cap="flat" cmpd="sng">
          <a:solidFill>
            <a:schemeClr val="accent1"/>
          </a:solidFill>
          <a:round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Burn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Odoberá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81-914C-9B71-09CA64CBC2E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81-914C-9B71-09CA64CBC2E7}"/>
              </c:ext>
            </c:extLst>
          </c:dPt>
          <c:cat>
            <c:strRef>
              <c:f>Sheet1!$A$2:$A$3</c:f>
              <c:strCache>
                <c:ptCount val="1"/>
                <c:pt idx="0">
                  <c:v>Odber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 formatCode="0.00%">
                  <c:v>0.62350000000000005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83-8840-8A18-8541444E12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Neodoberá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1"/>
                <c:pt idx="0">
                  <c:v>Odber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1">
                  <c:v>0.47870000000000001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297-E948-9B79-9C943445B0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860095936"/>
        <c:axId val="1875299840"/>
      </c:barChart>
      <c:valAx>
        <c:axId val="187529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0095936"/>
        <c:crosses val="autoZero"/>
        <c:crossBetween val="between"/>
      </c:valAx>
      <c:catAx>
        <c:axId val="18600959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75299840"/>
        <c:crosses val="autoZero"/>
        <c:auto val="1"/>
        <c:lblAlgn val="ctr"/>
        <c:lblOffset val="100"/>
        <c:noMultiLvlLbl val="0"/>
      </c:catAx>
      <c:spPr>
        <a:noFill/>
        <a:ln w="0" cap="flat" cmpd="sng">
          <a:solidFill>
            <a:schemeClr val="accent1"/>
          </a:solidFill>
          <a:round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Frekvencia </a:t>
            </a:r>
            <a:r>
              <a:rPr lang="en-US" sz="1800" dirty="0" err="1"/>
              <a:t>nákupu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nákup</c:v>
                </c:pt>
              </c:strCache>
            </c:strRef>
          </c:tx>
          <c:spPr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Sheet1!$B$2</c:f>
              <c:numCache>
                <c:formatCode>0.00%</c:formatCode>
                <c:ptCount val="1"/>
                <c:pt idx="0">
                  <c:v>8.3999999999999995E-3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99-CD4B-B06D-B636BD5477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2 - 3 nákupy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Sheet1!$C$2</c:f>
              <c:numCache>
                <c:formatCode>0.00%</c:formatCode>
                <c:ptCount val="1"/>
                <c:pt idx="0">
                  <c:v>1.5800000000000002E-2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99-CD4B-B06D-B636BD5477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4 - 10 nákupov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Sheet1!$D$2</c:f>
              <c:numCache>
                <c:formatCode>0.00%</c:formatCode>
                <c:ptCount val="1"/>
                <c:pt idx="0">
                  <c:v>2.0899999999999998E-2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99-CD4B-B06D-B636BD54776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12+ nákupov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Sheet1!$E$2</c:f>
              <c:numCache>
                <c:formatCode>0.00%</c:formatCode>
                <c:ptCount val="1"/>
                <c:pt idx="0">
                  <c:v>4.3200000000000002E-2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599-CD4B-B06D-B636BD547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24691455"/>
        <c:axId val="724684287"/>
      </c:barChart>
      <c:catAx>
        <c:axId val="724691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4684287"/>
        <c:crosses val="autoZero"/>
        <c:auto val="1"/>
        <c:lblAlgn val="ctr"/>
        <c:lblOffset val="100"/>
        <c:noMultiLvlLbl val="0"/>
      </c:catAx>
      <c:valAx>
        <c:axId val="72468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691455"/>
        <c:crosses val="autoZero"/>
        <c:crossBetween val="between"/>
      </c:valAx>
      <c:spPr>
        <a:noFill/>
        <a:ln w="0" cap="flat" cmpd="sng">
          <a:solidFill>
            <a:schemeClr val="accent1"/>
          </a:solidFill>
          <a:round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 err="1"/>
              <a:t>Priemerná</a:t>
            </a:r>
            <a:r>
              <a:rPr lang="en-US" sz="1800" dirty="0"/>
              <a:t> </a:t>
            </a:r>
            <a:r>
              <a:rPr lang="en-US" sz="1800" dirty="0" err="1"/>
              <a:t>tržba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nákup</c:v>
                </c:pt>
              </c:strCache>
            </c:strRef>
          </c:tx>
          <c:spPr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Sheet1!$B$2</c:f>
              <c:numCache>
                <c:formatCode>#,##0.00\ [$€-1];[Red]\-#,##0.00\ [$€-1]</c:formatCode>
                <c:ptCount val="1"/>
                <c:pt idx="0">
                  <c:v>121.21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99-CD4B-B06D-B636BD5477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2 - 3 nákupy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Sheet1!$C$2</c:f>
              <c:numCache>
                <c:formatCode>#,##0.00\ [$€-1];[Red]\-#,##0.00\ [$€-1]</c:formatCode>
                <c:ptCount val="1"/>
                <c:pt idx="0">
                  <c:v>281.02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99-CD4B-B06D-B636BD5477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4 - 10 nákupov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Sheet1!$D$2</c:f>
              <c:numCache>
                <c:formatCode>#,##0.00\ [$€-1];[Red]\-#,##0.00\ [$€-1]</c:formatCode>
                <c:ptCount val="1"/>
                <c:pt idx="0">
                  <c:v>575.16999999999996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99-CD4B-B06D-B636BD54776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12+ nákupov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Sheet1!$E$2</c:f>
              <c:numCache>
                <c:formatCode>#,##0.00\ [$€-1];[Red]\-#,##0.00\ [$€-1]</c:formatCode>
                <c:ptCount val="1"/>
                <c:pt idx="0">
                  <c:v>1953.2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599-CD4B-B06D-B636BD547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24691455"/>
        <c:axId val="724684287"/>
      </c:barChart>
      <c:catAx>
        <c:axId val="724691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4684287"/>
        <c:crosses val="autoZero"/>
        <c:auto val="1"/>
        <c:lblAlgn val="ctr"/>
        <c:lblOffset val="100"/>
        <c:noMultiLvlLbl val="0"/>
      </c:catAx>
      <c:valAx>
        <c:axId val="72468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\ [$€-1];[Red]\-#,##0.00\ [$€-1]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691455"/>
        <c:crosses val="autoZero"/>
        <c:crossBetween val="between"/>
      </c:valAx>
      <c:spPr>
        <a:noFill/>
        <a:ln w="0" cap="flat" cmpd="sng">
          <a:solidFill>
            <a:schemeClr val="accent1"/>
          </a:solidFill>
          <a:round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Burn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nákup</c:v>
                </c:pt>
              </c:strCache>
            </c:strRef>
          </c:tx>
          <c:spPr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Sheet1!$B$2</c:f>
              <c:numCache>
                <c:formatCode>0.00%</c:formatCode>
                <c:ptCount val="1"/>
                <c:pt idx="0">
                  <c:v>0.4299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BB-C941-9709-E530EE97EA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2 - 3 nákupy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Sheet1!$C$2</c:f>
              <c:numCache>
                <c:formatCode>0.00%</c:formatCode>
                <c:ptCount val="1"/>
                <c:pt idx="0">
                  <c:v>0.50670000000000004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BB-C941-9709-E530EE97EA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4 - 10 nákupov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Sheet1!$D$2</c:f>
              <c:numCache>
                <c:formatCode>0.00%</c:formatCode>
                <c:ptCount val="1"/>
                <c:pt idx="0">
                  <c:v>0.57730000000000004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BB-C941-9709-E530EE97EA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12+ nákupov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Frekvencia</c:v>
                </c:pt>
              </c:strCache>
            </c:strRef>
          </c:cat>
          <c:val>
            <c:numRef>
              <c:f>Sheet1!$E$2</c:f>
              <c:numCache>
                <c:formatCode>0.00%</c:formatCode>
                <c:ptCount val="1"/>
                <c:pt idx="0">
                  <c:v>0.69820000000000004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BBB-C941-9709-E530EE97EA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24691455"/>
        <c:axId val="724684287"/>
      </c:barChart>
      <c:catAx>
        <c:axId val="724691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4684287"/>
        <c:crosses val="autoZero"/>
        <c:auto val="1"/>
        <c:lblAlgn val="ctr"/>
        <c:lblOffset val="100"/>
        <c:noMultiLvlLbl val="0"/>
      </c:catAx>
      <c:valAx>
        <c:axId val="72468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691455"/>
        <c:crosses val="autoZero"/>
        <c:crossBetween val="between"/>
      </c:valAx>
      <c:spPr>
        <a:noFill/>
        <a:ln w="0" cap="flat" cmpd="sng">
          <a:solidFill>
            <a:schemeClr val="accent1"/>
          </a:solidFill>
          <a:round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453D9C01-0ADE-7D07-D910-B9775749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4dda1946d_4_2726:notes">
            <a:extLst>
              <a:ext uri="{FF2B5EF4-FFF2-40B4-BE49-F238E27FC236}">
                <a16:creationId xmlns:a16="http://schemas.microsoft.com/office/drawing/2014/main" id="{51E89BF3-7AD8-B3FA-5C9E-BB868F16E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54dda1946d_4_2726:notes">
            <a:extLst>
              <a:ext uri="{FF2B5EF4-FFF2-40B4-BE49-F238E27FC236}">
                <a16:creationId xmlns:a16="http://schemas.microsoft.com/office/drawing/2014/main" id="{C9A0C042-874B-48D3-79CE-C5D31098D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440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1421DA16-5116-1200-027B-4350B14D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4dda1946d_4_2726:notes">
            <a:extLst>
              <a:ext uri="{FF2B5EF4-FFF2-40B4-BE49-F238E27FC236}">
                <a16:creationId xmlns:a16="http://schemas.microsoft.com/office/drawing/2014/main" id="{47C2E9AF-0122-789C-0ED6-6E6685583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54dda1946d_4_2726:notes">
            <a:extLst>
              <a:ext uri="{FF2B5EF4-FFF2-40B4-BE49-F238E27FC236}">
                <a16:creationId xmlns:a16="http://schemas.microsoft.com/office/drawing/2014/main" id="{28D16751-BD33-3BE3-1D55-3C8E9637DB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9248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614B4B4B-CE5A-EEF7-6FC0-A15C607C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7265E51E-3A04-D765-3E37-B4D723989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305CBBE3-29D3-A250-504F-0A3F88F66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149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1E679EF7-03C1-199B-07AC-E6B50BBC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998B7566-7BD5-F9A9-57DC-A60F21859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048848DA-71E3-2D5C-7332-20A8EF522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318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B3E8CEC4-F0FE-772A-721D-B794D234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FF3B66B2-602B-6E91-9CA9-8A6BC8832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41232F69-861F-E9AA-5154-BFB8D0071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334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F61B621A-E9AA-DE8B-F363-036E4CC3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15:notes">
            <a:extLst>
              <a:ext uri="{FF2B5EF4-FFF2-40B4-BE49-F238E27FC236}">
                <a16:creationId xmlns:a16="http://schemas.microsoft.com/office/drawing/2014/main" id="{C1131DA3-9BF4-46C4-EB62-D2D20D381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4d99d1a72_0_15:notes">
            <a:extLst>
              <a:ext uri="{FF2B5EF4-FFF2-40B4-BE49-F238E27FC236}">
                <a16:creationId xmlns:a16="http://schemas.microsoft.com/office/drawing/2014/main" id="{C65AD98E-9817-0EF5-BFA6-D1778EC6A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3988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DCF2C4B2-B8A2-1841-0E4A-1B2F11CFB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437E652D-A717-F62E-B38D-B3E00A23E3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9DC94324-2972-349A-2998-A5AAB98BD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61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F0E736BF-5821-109F-8D47-224B1C3E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A2A766C1-F2FD-3F08-B79C-629748C48C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8031CD9C-827A-C265-92CA-1C664B760E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91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207681E0-3615-242B-FD87-BC73C9E5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8100D997-D2AF-8AB4-C1F3-A3910B5064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593CB619-2EBB-4A38-EC7A-3A25AF795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9797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E79FA226-23DB-4AE2-0987-46280151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D4010423-1C65-0D1E-46D9-2779EDDB8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7C9946C1-983B-23B4-633A-096CC581BE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886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A680B306-AF2C-DF86-BC32-F6AB04DF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15:notes">
            <a:extLst>
              <a:ext uri="{FF2B5EF4-FFF2-40B4-BE49-F238E27FC236}">
                <a16:creationId xmlns:a16="http://schemas.microsoft.com/office/drawing/2014/main" id="{F01BF383-1440-C86B-F28C-56FB209A8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4d99d1a72_0_15:notes">
            <a:extLst>
              <a:ext uri="{FF2B5EF4-FFF2-40B4-BE49-F238E27FC236}">
                <a16:creationId xmlns:a16="http://schemas.microsoft.com/office/drawing/2014/main" id="{539F12BF-1E4A-8971-883B-3E2ED5A44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001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4BBE47C6-AB39-3AB8-3906-AD13E03B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2EB1390E-CC5B-72AB-E52F-8594CBF21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699D0B1F-CF11-DDF7-33DE-8705FC45F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943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04AFCF60-A727-066F-5A05-A2B79A95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73E7CBBA-094A-CFC9-FE85-933784827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262D1B23-13FC-4EF7-E525-BE780A260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9867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1A1EA285-527F-FBB3-CA8C-B1B3CE6E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DEE9C717-E007-F8B1-411F-D9D87E882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57FCE93F-378C-D651-0926-8A1E96C4D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447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64417934-BDA0-DAD1-6926-A202B58EC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EF78A484-8D13-8215-8380-1E4F2E801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FB604F33-BC66-0DBB-E59C-0C710429D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3710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866AC5E1-7457-FDAF-EB2E-FD6F7C01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15:notes">
            <a:extLst>
              <a:ext uri="{FF2B5EF4-FFF2-40B4-BE49-F238E27FC236}">
                <a16:creationId xmlns:a16="http://schemas.microsoft.com/office/drawing/2014/main" id="{DA0D0360-B3BD-ADFD-0D26-7F600CD06F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4d99d1a72_0_15:notes">
            <a:extLst>
              <a:ext uri="{FF2B5EF4-FFF2-40B4-BE49-F238E27FC236}">
                <a16:creationId xmlns:a16="http://schemas.microsoft.com/office/drawing/2014/main" id="{AEDB37F5-796B-BC35-F992-9D2F984CD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1641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D58083AD-A407-9E0E-C2EE-8DB124DC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A0D6BFD4-56D5-B789-AF9D-BB1482375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CEFB95B6-E190-6CC8-F607-B2C1E8C5CF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753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205D3776-6375-CCB2-250D-A12668D0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25CD6215-6335-412A-34D4-9C84AD35B8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29929932-F341-5264-7161-1CFF59C36E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590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E13B3CDA-B05A-5E03-EC3E-C4E17B91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876D0ACC-BCFD-8259-E15B-74FAC093C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DB9AE02A-BA38-7F7E-FB93-0DBAC7E737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5884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C8B3C28F-DE95-FD5D-0189-3744C6CA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15:notes">
            <a:extLst>
              <a:ext uri="{FF2B5EF4-FFF2-40B4-BE49-F238E27FC236}">
                <a16:creationId xmlns:a16="http://schemas.microsoft.com/office/drawing/2014/main" id="{47DBDC9F-4325-730D-BEB5-30961C3BB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4d99d1a72_0_15:notes">
            <a:extLst>
              <a:ext uri="{FF2B5EF4-FFF2-40B4-BE49-F238E27FC236}">
                <a16:creationId xmlns:a16="http://schemas.microsoft.com/office/drawing/2014/main" id="{A04BCBCE-A7C4-7C26-2043-B9DB5B635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06367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7D306E5A-FCE5-5060-2021-5D469221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>
            <a:extLst>
              <a:ext uri="{FF2B5EF4-FFF2-40B4-BE49-F238E27FC236}">
                <a16:creationId xmlns:a16="http://schemas.microsoft.com/office/drawing/2014/main" id="{30268698-0A97-BF5E-E642-834DDF2705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>
            <a:extLst>
              <a:ext uri="{FF2B5EF4-FFF2-40B4-BE49-F238E27FC236}">
                <a16:creationId xmlns:a16="http://schemas.microsoft.com/office/drawing/2014/main" id="{46EE9829-01B6-A932-8FCB-20F986E25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11062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CAB0F2B2-D998-210A-53E3-74435DAB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2F16DC6E-DC7C-095D-5E28-7CE1264E6B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16A0D03C-B20F-9116-6219-92840FA1FA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9711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45C4A9E2-16B4-16F5-24C8-50707E8B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15:notes">
            <a:extLst>
              <a:ext uri="{FF2B5EF4-FFF2-40B4-BE49-F238E27FC236}">
                <a16:creationId xmlns:a16="http://schemas.microsoft.com/office/drawing/2014/main" id="{830E266C-9401-397A-9B9B-5475586AD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4d99d1a72_0_15:notes">
            <a:extLst>
              <a:ext uri="{FF2B5EF4-FFF2-40B4-BE49-F238E27FC236}">
                <a16:creationId xmlns:a16="http://schemas.microsoft.com/office/drawing/2014/main" id="{095F85AF-BCA6-D5F5-FBFF-385E3AE5D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604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>
          <a:extLst>
            <a:ext uri="{FF2B5EF4-FFF2-40B4-BE49-F238E27FC236}">
              <a16:creationId xmlns:a16="http://schemas.microsoft.com/office/drawing/2014/main" id="{C56DAB75-4353-09EE-B7E1-4C4FD9720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84d99d1a72_0_2:notes">
            <a:extLst>
              <a:ext uri="{FF2B5EF4-FFF2-40B4-BE49-F238E27FC236}">
                <a16:creationId xmlns:a16="http://schemas.microsoft.com/office/drawing/2014/main" id="{D4AAFF0F-342F-599F-FDB1-8188FD273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84d99d1a72_0_2:notes">
            <a:extLst>
              <a:ext uri="{FF2B5EF4-FFF2-40B4-BE49-F238E27FC236}">
                <a16:creationId xmlns:a16="http://schemas.microsoft.com/office/drawing/2014/main" id="{C3BA7DF7-DF3F-1BF8-774C-F5527889D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14615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" name="Google Shape;34;p5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5" name="Google Shape;35;p5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6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" name="Google Shape;42;p6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3" name="Google Shape;43;p6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088475" y="770400"/>
            <a:ext cx="3081600" cy="3602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49" name="Google Shape;49;p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0" name="Google Shape;5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3" name="Google Shape;53;p7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 hasCustomPrompt="1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1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6" hasCustomPrompt="1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8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9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3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4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5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05" name="Google Shape;105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3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08" name="Google Shape;108;p1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3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51" name="Google Shape;151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54" name="Google Shape;154;p1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18"/>
          <p:cNvSpPr txBox="1">
            <a:spLocks noGrp="1"/>
          </p:cNvSpPr>
          <p:nvPr>
            <p:ph type="subTitle" idx="1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60" name="Google Shape;16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1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63" name="Google Shape;163;p1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ubTitle" idx="1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2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3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4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ubTitle" idx="5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6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90" name="Google Shape;190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2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93" name="Google Shape;193;p21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subTitle" idx="1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subTitle" idx="2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subTitle" idx="3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subTitle" idx="4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5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subTitle" idx="6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subTitle" idx="7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8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9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subTitle" idx="13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14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15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>
            <a:spLocks noGrp="1"/>
          </p:cNvSpPr>
          <p:nvPr>
            <p:ph type="title" hasCustomPrompt="1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22"/>
          <p:cNvSpPr txBox="1">
            <a:spLocks noGrp="1"/>
          </p:cNvSpPr>
          <p:nvPr>
            <p:ph type="subTitle" idx="1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1" name="Google Shape;211;p22"/>
          <p:cNvSpPr txBox="1">
            <a:spLocks noGrp="1"/>
          </p:cNvSpPr>
          <p:nvPr>
            <p:ph type="title" idx="2" hasCustomPrompt="1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" name="Google Shape;212;p22"/>
          <p:cNvSpPr txBox="1">
            <a:spLocks noGrp="1"/>
          </p:cNvSpPr>
          <p:nvPr>
            <p:ph type="subTitle" idx="3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3" name="Google Shape;213;p22"/>
          <p:cNvSpPr txBox="1">
            <a:spLocks noGrp="1"/>
          </p:cNvSpPr>
          <p:nvPr>
            <p:ph type="title" idx="4" hasCustomPrompt="1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4" name="Google Shape;214;p22"/>
          <p:cNvSpPr txBox="1">
            <a:spLocks noGrp="1"/>
          </p:cNvSpPr>
          <p:nvPr>
            <p:ph type="subTitle" idx="5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  <p:sldLayoutId id="2147483665" r:id="rId13"/>
    <p:sldLayoutId id="2147483667" r:id="rId14"/>
    <p:sldLayoutId id="2147483668" r:id="rId15"/>
    <p:sldLayoutId id="2147483670" r:id="rId16"/>
    <p:sldLayoutId id="2147483671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50FD6A76-C582-E060-E6F4-C861ACB9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9">
            <a:extLst>
              <a:ext uri="{FF2B5EF4-FFF2-40B4-BE49-F238E27FC236}">
                <a16:creationId xmlns:a16="http://schemas.microsoft.com/office/drawing/2014/main" id="{DD664921-2147-E89D-2D32-1BEECA5782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9">
            <a:extLst>
              <a:ext uri="{FF2B5EF4-FFF2-40B4-BE49-F238E27FC236}">
                <a16:creationId xmlns:a16="http://schemas.microsoft.com/office/drawing/2014/main" id="{F5C70A00-62DC-BFFB-4F83-1AF9808B251C}"/>
              </a:ext>
            </a:extLst>
          </p:cNvPr>
          <p:cNvGrpSpPr/>
          <p:nvPr/>
        </p:nvGrpSpPr>
        <p:grpSpPr>
          <a:xfrm flipH="1">
            <a:off x="4821451" y="-1610442"/>
            <a:ext cx="4574075" cy="3479350"/>
            <a:chOff x="1522650" y="1117750"/>
            <a:chExt cx="4574075" cy="3479350"/>
          </a:xfrm>
        </p:grpSpPr>
        <p:sp>
          <p:nvSpPr>
            <p:cNvPr id="423" name="Google Shape;423;p39">
              <a:extLst>
                <a:ext uri="{FF2B5EF4-FFF2-40B4-BE49-F238E27FC236}">
                  <a16:creationId xmlns:a16="http://schemas.microsoft.com/office/drawing/2014/main" id="{30051B06-584C-55CB-E9C0-C2747BAD7DD8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>
              <a:extLst>
                <a:ext uri="{FF2B5EF4-FFF2-40B4-BE49-F238E27FC236}">
                  <a16:creationId xmlns:a16="http://schemas.microsoft.com/office/drawing/2014/main" id="{98B1C484-D178-93A1-0324-07ADF185B2B3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9" name="Google Shape;419;p39">
            <a:extLst>
              <a:ext uri="{FF2B5EF4-FFF2-40B4-BE49-F238E27FC236}">
                <a16:creationId xmlns:a16="http://schemas.microsoft.com/office/drawing/2014/main" id="{22D8846B-5C79-4983-9175-B67FDE2619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8921" y="1041654"/>
            <a:ext cx="7905084" cy="37329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1600" dirty="0" err="1"/>
              <a:t>Táto</a:t>
            </a:r>
            <a:r>
              <a:rPr lang="en-GB" sz="1600" dirty="0"/>
              <a:t> </a:t>
            </a:r>
            <a:r>
              <a:rPr lang="en-GB" sz="1600" dirty="0" err="1"/>
              <a:t>prezentácia</a:t>
            </a:r>
            <a:r>
              <a:rPr lang="en-GB" sz="1600" dirty="0"/>
              <a:t> </a:t>
            </a:r>
            <a:r>
              <a:rPr lang="en-GB" sz="1600" dirty="0" err="1"/>
              <a:t>predstavuje</a:t>
            </a:r>
            <a:r>
              <a:rPr lang="en-GB" sz="1600" dirty="0"/>
              <a:t> </a:t>
            </a:r>
            <a:r>
              <a:rPr lang="en-GB" sz="1600" dirty="0" err="1"/>
              <a:t>verejne</a:t>
            </a:r>
            <a:r>
              <a:rPr lang="en-GB" sz="1600" dirty="0"/>
              <a:t> </a:t>
            </a:r>
            <a:r>
              <a:rPr lang="en-GB" sz="1600" dirty="0" err="1"/>
              <a:t>zdieľateľnú</a:t>
            </a:r>
            <a:r>
              <a:rPr lang="en-GB" sz="1600" dirty="0"/>
              <a:t> </a:t>
            </a:r>
            <a:r>
              <a:rPr lang="en-GB" sz="1600" dirty="0" err="1"/>
              <a:t>verziu</a:t>
            </a:r>
            <a:r>
              <a:rPr lang="en-GB" sz="1600" dirty="0"/>
              <a:t> </a:t>
            </a:r>
            <a:r>
              <a:rPr lang="en-GB" sz="1600" dirty="0" err="1"/>
              <a:t>projektu</a:t>
            </a:r>
            <a:r>
              <a:rPr lang="en-GB" sz="1600" dirty="0"/>
              <a:t> </a:t>
            </a:r>
            <a:r>
              <a:rPr lang="en-GB" sz="1600" dirty="0" err="1"/>
              <a:t>realizovaného</a:t>
            </a:r>
            <a:r>
              <a:rPr lang="en-GB" sz="1600" dirty="0"/>
              <a:t> v </a:t>
            </a:r>
            <a:r>
              <a:rPr lang="en-GB" sz="1600" dirty="0" err="1"/>
              <a:t>rámci</a:t>
            </a:r>
            <a:r>
              <a:rPr lang="en-GB" sz="1600" dirty="0"/>
              <a:t> </a:t>
            </a:r>
            <a:r>
              <a:rPr lang="en-GB" sz="1600" dirty="0" err="1"/>
              <a:t>pracovnej</a:t>
            </a:r>
            <a:r>
              <a:rPr lang="en-GB" sz="1600" dirty="0"/>
              <a:t> </a:t>
            </a:r>
            <a:r>
              <a:rPr lang="en-GB" sz="1600" dirty="0" err="1"/>
              <a:t>činnosti</a:t>
            </a:r>
            <a:r>
              <a:rPr lang="en-GB" sz="1600" dirty="0"/>
              <a:t>,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ktorú</a:t>
            </a:r>
            <a:r>
              <a:rPr lang="en-GB" sz="1600" dirty="0"/>
              <a:t> </a:t>
            </a:r>
            <a:r>
              <a:rPr lang="en-GB" sz="1600" dirty="0" err="1"/>
              <a:t>sa</a:t>
            </a:r>
            <a:r>
              <a:rPr lang="en-GB" sz="1600" dirty="0"/>
              <a:t> </a:t>
            </a:r>
            <a:r>
              <a:rPr lang="en-GB" sz="1600" dirty="0" err="1"/>
              <a:t>vzťahuje</a:t>
            </a:r>
            <a:r>
              <a:rPr lang="en-GB" sz="1600" dirty="0"/>
              <a:t> </a:t>
            </a:r>
            <a:r>
              <a:rPr lang="en-GB" sz="1600" dirty="0" err="1"/>
              <a:t>dohoda</a:t>
            </a:r>
            <a:r>
              <a:rPr lang="en-GB" sz="1600" dirty="0"/>
              <a:t> o </a:t>
            </a:r>
            <a:r>
              <a:rPr lang="en-GB" sz="1600" dirty="0" err="1"/>
              <a:t>mlčanlivosti</a:t>
            </a:r>
            <a:r>
              <a:rPr lang="en-GB" sz="1600" dirty="0"/>
              <a:t> (NDA).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Všetky</a:t>
            </a:r>
            <a:r>
              <a:rPr lang="en-GB" sz="1600" dirty="0"/>
              <a:t> </a:t>
            </a:r>
            <a:r>
              <a:rPr lang="en-GB" sz="1600" dirty="0" err="1"/>
              <a:t>uvedené</a:t>
            </a:r>
            <a:r>
              <a:rPr lang="en-GB" sz="1600" dirty="0"/>
              <a:t> </a:t>
            </a:r>
            <a:r>
              <a:rPr lang="en-GB" sz="1600" dirty="0" err="1"/>
              <a:t>číselné</a:t>
            </a:r>
            <a:r>
              <a:rPr lang="en-GB" sz="1600" dirty="0"/>
              <a:t> </a:t>
            </a:r>
            <a:r>
              <a:rPr lang="en-GB" sz="1600" dirty="0" err="1"/>
              <a:t>hodnoty</a:t>
            </a:r>
            <a:r>
              <a:rPr lang="en-GB" sz="1600" dirty="0"/>
              <a:t>, </a:t>
            </a:r>
            <a:r>
              <a:rPr lang="en-GB" sz="1600" dirty="0" err="1"/>
              <a:t>finančné</a:t>
            </a:r>
            <a:r>
              <a:rPr lang="en-GB" sz="1600" dirty="0"/>
              <a:t> </a:t>
            </a:r>
            <a:r>
              <a:rPr lang="en-GB" sz="1600" dirty="0" err="1"/>
              <a:t>ukazovatele</a:t>
            </a:r>
            <a:r>
              <a:rPr lang="en-GB" sz="1600" dirty="0"/>
              <a:t> a </a:t>
            </a:r>
            <a:r>
              <a:rPr lang="en-GB" sz="1600" dirty="0" err="1"/>
              <a:t>obchodné</a:t>
            </a:r>
            <a:r>
              <a:rPr lang="en-GB" sz="1600" dirty="0"/>
              <a:t> </a:t>
            </a:r>
            <a:r>
              <a:rPr lang="en-GB" sz="1600" dirty="0" err="1"/>
              <a:t>metriky</a:t>
            </a:r>
            <a:r>
              <a:rPr lang="en-GB" sz="1600" dirty="0"/>
              <a:t> </a:t>
            </a:r>
            <a:r>
              <a:rPr lang="en-GB" sz="1600" dirty="0" err="1"/>
              <a:t>boli</a:t>
            </a:r>
            <a:r>
              <a:rPr lang="en-GB" sz="1600" dirty="0"/>
              <a:t> z </a:t>
            </a:r>
            <a:r>
              <a:rPr lang="en-GB" sz="1600" dirty="0" err="1"/>
              <a:t>dôvodu</a:t>
            </a:r>
            <a:r>
              <a:rPr lang="en-GB" sz="1600" dirty="0"/>
              <a:t> </a:t>
            </a:r>
            <a:r>
              <a:rPr lang="en-GB" sz="1600" dirty="0" err="1"/>
              <a:t>ochrany</a:t>
            </a:r>
            <a:r>
              <a:rPr lang="en-GB" sz="1600" dirty="0"/>
              <a:t> </a:t>
            </a:r>
            <a:r>
              <a:rPr lang="en-GB" sz="1600" dirty="0" err="1"/>
              <a:t>dôverných</a:t>
            </a:r>
            <a:r>
              <a:rPr lang="en-GB" sz="1600" dirty="0"/>
              <a:t> </a:t>
            </a:r>
            <a:r>
              <a:rPr lang="en-GB" sz="1600" dirty="0" err="1"/>
              <a:t>informácií</a:t>
            </a:r>
            <a:r>
              <a:rPr lang="en-GB" sz="1600" dirty="0"/>
              <a:t> </a:t>
            </a:r>
            <a:r>
              <a:rPr lang="en-GB" sz="1600" dirty="0" err="1"/>
              <a:t>cenzúrované</a:t>
            </a:r>
            <a:r>
              <a:rPr lang="en-GB" sz="1600" dirty="0"/>
              <a:t>, </a:t>
            </a:r>
            <a:r>
              <a:rPr lang="en-GB" sz="1600" dirty="0" err="1"/>
              <a:t>respektíve</a:t>
            </a:r>
            <a:r>
              <a:rPr lang="en-GB" sz="1600" dirty="0"/>
              <a:t> </a:t>
            </a:r>
            <a:r>
              <a:rPr lang="en-GB" sz="1600" dirty="0" err="1"/>
              <a:t>anonymizované</a:t>
            </a:r>
            <a:r>
              <a:rPr lang="en-GB" sz="1600" dirty="0"/>
              <a:t> a </a:t>
            </a:r>
            <a:r>
              <a:rPr lang="en-GB" sz="1600" dirty="0" err="1"/>
              <a:t>náhodne</a:t>
            </a:r>
            <a:r>
              <a:rPr lang="en-GB" sz="1600" dirty="0"/>
              <a:t> </a:t>
            </a:r>
            <a:r>
              <a:rPr lang="en-GB" sz="1600" dirty="0" err="1"/>
              <a:t>upravené</a:t>
            </a:r>
            <a:r>
              <a:rPr lang="en-GB" sz="1600" dirty="0"/>
              <a:t>. </a:t>
            </a:r>
            <a:r>
              <a:rPr lang="en-GB" sz="1600" dirty="0" err="1"/>
              <a:t>Postup</a:t>
            </a:r>
            <a:r>
              <a:rPr lang="en-GB" sz="1600" dirty="0"/>
              <a:t> </a:t>
            </a:r>
            <a:r>
              <a:rPr lang="en-GB" sz="1600" dirty="0" err="1"/>
              <a:t>spracovania</a:t>
            </a:r>
            <a:r>
              <a:rPr lang="en-GB" sz="1600" dirty="0"/>
              <a:t> </a:t>
            </a:r>
            <a:r>
              <a:rPr lang="en-GB" sz="1600" dirty="0" err="1"/>
              <a:t>dát</a:t>
            </a:r>
            <a:r>
              <a:rPr lang="en-GB" sz="1600" dirty="0"/>
              <a:t>, </a:t>
            </a:r>
            <a:r>
              <a:rPr lang="en-GB" sz="1600" dirty="0" err="1"/>
              <a:t>analytická</a:t>
            </a:r>
            <a:r>
              <a:rPr lang="en-GB" sz="1600" dirty="0"/>
              <a:t> </a:t>
            </a:r>
            <a:r>
              <a:rPr lang="en-GB" sz="1600" dirty="0" err="1"/>
              <a:t>metodika</a:t>
            </a:r>
            <a:r>
              <a:rPr lang="en-GB" sz="1600" dirty="0"/>
              <a:t>, </a:t>
            </a:r>
            <a:r>
              <a:rPr lang="en-GB" sz="1600" dirty="0" err="1"/>
              <a:t>použitá</a:t>
            </a:r>
            <a:r>
              <a:rPr lang="en-GB" sz="1600" dirty="0"/>
              <a:t> </a:t>
            </a:r>
            <a:r>
              <a:rPr lang="en-GB" sz="1600" dirty="0" err="1"/>
              <a:t>logika</a:t>
            </a:r>
            <a:r>
              <a:rPr lang="en-GB" sz="1600" dirty="0"/>
              <a:t> a </a:t>
            </a:r>
            <a:r>
              <a:rPr lang="en-GB" sz="1600" dirty="0" err="1"/>
              <a:t>štruktúra</a:t>
            </a:r>
            <a:r>
              <a:rPr lang="en-GB" sz="1600" dirty="0"/>
              <a:t> </a:t>
            </a:r>
            <a:r>
              <a:rPr lang="en-GB" sz="1600" dirty="0" err="1"/>
              <a:t>reportingu</a:t>
            </a:r>
            <a:r>
              <a:rPr lang="en-GB" sz="1600" dirty="0"/>
              <a:t> </a:t>
            </a:r>
            <a:r>
              <a:rPr lang="en-GB" sz="1600" dirty="0" err="1"/>
              <a:t>však</a:t>
            </a:r>
            <a:r>
              <a:rPr lang="en-GB" sz="1600" dirty="0"/>
              <a:t> </a:t>
            </a:r>
            <a:r>
              <a:rPr lang="en-GB" sz="1600" dirty="0" err="1"/>
              <a:t>zodpovedajú</a:t>
            </a:r>
            <a:r>
              <a:rPr lang="en-GB" sz="1600" dirty="0"/>
              <a:t> </a:t>
            </a:r>
            <a:r>
              <a:rPr lang="en-GB" sz="1600" dirty="0" err="1"/>
              <a:t>pôvodnému</a:t>
            </a:r>
            <a:r>
              <a:rPr lang="en-GB" sz="1600" dirty="0"/>
              <a:t> </a:t>
            </a:r>
            <a:r>
              <a:rPr lang="en-GB" sz="1600" dirty="0" err="1"/>
              <a:t>projektu</a:t>
            </a:r>
            <a:r>
              <a:rPr lang="en-GB" sz="1600" dirty="0"/>
              <a:t>.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V </a:t>
            </a:r>
            <a:r>
              <a:rPr lang="en-GB" sz="1600" dirty="0" err="1"/>
              <a:t>pôvodnej</a:t>
            </a:r>
            <a:r>
              <a:rPr lang="en-GB" sz="1600" dirty="0"/>
              <a:t> </a:t>
            </a:r>
            <a:r>
              <a:rPr lang="en-GB" sz="1600" dirty="0" err="1"/>
              <a:t>práci</a:t>
            </a:r>
            <a:r>
              <a:rPr lang="en-GB" sz="1600" dirty="0"/>
              <a:t> </a:t>
            </a:r>
            <a:r>
              <a:rPr lang="en-GB" sz="1600" dirty="0" err="1"/>
              <a:t>boli</a:t>
            </a:r>
            <a:r>
              <a:rPr lang="en-GB" sz="1600" dirty="0"/>
              <a:t>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získavanie</a:t>
            </a:r>
            <a:r>
              <a:rPr lang="en-GB" sz="1600" dirty="0"/>
              <a:t>, </a:t>
            </a:r>
            <a:r>
              <a:rPr lang="en-GB" sz="1600" dirty="0" err="1"/>
              <a:t>spracovanie</a:t>
            </a:r>
            <a:r>
              <a:rPr lang="en-GB" sz="1600" dirty="0"/>
              <a:t> a </a:t>
            </a:r>
            <a:r>
              <a:rPr lang="en-GB" sz="1600" dirty="0" err="1"/>
              <a:t>analýzu</a:t>
            </a:r>
            <a:r>
              <a:rPr lang="en-GB" sz="1600" dirty="0"/>
              <a:t> </a:t>
            </a:r>
            <a:r>
              <a:rPr lang="en-GB" sz="1600" dirty="0" err="1"/>
              <a:t>dát</a:t>
            </a:r>
            <a:r>
              <a:rPr lang="en-GB" sz="1600" dirty="0"/>
              <a:t> </a:t>
            </a:r>
            <a:r>
              <a:rPr lang="en-GB" sz="1600" dirty="0" err="1"/>
              <a:t>využívané</a:t>
            </a:r>
            <a:r>
              <a:rPr lang="en-GB" sz="1600" dirty="0"/>
              <a:t> </a:t>
            </a:r>
            <a:r>
              <a:rPr lang="en-GB" sz="1600" dirty="0" err="1"/>
              <a:t>jazyky</a:t>
            </a:r>
            <a:r>
              <a:rPr lang="en-GB" sz="1600" dirty="0"/>
              <a:t> Python a R </a:t>
            </a:r>
            <a:r>
              <a:rPr lang="en-GB" sz="1600" dirty="0" err="1"/>
              <a:t>spolu</a:t>
            </a:r>
            <a:r>
              <a:rPr lang="en-GB" sz="1600" dirty="0"/>
              <a:t> s </a:t>
            </a:r>
            <a:r>
              <a:rPr lang="en-GB" sz="1600" dirty="0" err="1"/>
              <a:t>databázovým</a:t>
            </a:r>
            <a:r>
              <a:rPr lang="en-GB" sz="1600" dirty="0"/>
              <a:t> </a:t>
            </a:r>
            <a:r>
              <a:rPr lang="en-GB" sz="1600" dirty="0" err="1"/>
              <a:t>systémom</a:t>
            </a:r>
            <a:r>
              <a:rPr lang="en-GB" sz="1600" dirty="0"/>
              <a:t>. </a:t>
            </a:r>
            <a:r>
              <a:rPr lang="en-GB" sz="1600" dirty="0" err="1"/>
              <a:t>Dáta</a:t>
            </a:r>
            <a:r>
              <a:rPr lang="en-GB" sz="1600" dirty="0"/>
              <a:t> </a:t>
            </a:r>
            <a:r>
              <a:rPr lang="en-GB" sz="1600" dirty="0" err="1"/>
              <a:t>boli</a:t>
            </a:r>
            <a:r>
              <a:rPr lang="en-GB" sz="1600" dirty="0"/>
              <a:t> </a:t>
            </a:r>
            <a:r>
              <a:rPr lang="en-GB" sz="1600" dirty="0" err="1"/>
              <a:t>uložené</a:t>
            </a:r>
            <a:r>
              <a:rPr lang="en-GB" sz="1600" dirty="0"/>
              <a:t>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firemnom</a:t>
            </a:r>
            <a:r>
              <a:rPr lang="en-GB" sz="1600" dirty="0"/>
              <a:t> </a:t>
            </a:r>
            <a:r>
              <a:rPr lang="en-GB" sz="1600" dirty="0" err="1"/>
              <a:t>externom</a:t>
            </a:r>
            <a:r>
              <a:rPr lang="en-GB" sz="1600" dirty="0"/>
              <a:t> </a:t>
            </a:r>
            <a:r>
              <a:rPr lang="en-GB" sz="1600" dirty="0" err="1"/>
              <a:t>serveri</a:t>
            </a:r>
            <a:r>
              <a:rPr lang="en-GB" sz="1600" dirty="0"/>
              <a:t> a </a:t>
            </a:r>
            <a:r>
              <a:rPr lang="en-GB" sz="1600" dirty="0" err="1"/>
              <a:t>nie</a:t>
            </a:r>
            <a:r>
              <a:rPr lang="en-GB" sz="1600" dirty="0"/>
              <a:t> </a:t>
            </a:r>
            <a:r>
              <a:rPr lang="en-GB" sz="1600" dirty="0" err="1"/>
              <a:t>sú</a:t>
            </a:r>
            <a:r>
              <a:rPr lang="en-GB" sz="1600" dirty="0"/>
              <a:t> </a:t>
            </a:r>
            <a:r>
              <a:rPr lang="en-GB" sz="1600" dirty="0" err="1"/>
              <a:t>verejne</a:t>
            </a:r>
            <a:r>
              <a:rPr lang="en-GB" sz="1600" dirty="0"/>
              <a:t> </a:t>
            </a:r>
            <a:r>
              <a:rPr lang="en-GB" sz="1600" dirty="0" err="1"/>
              <a:t>dostupné</a:t>
            </a:r>
            <a:r>
              <a:rPr lang="en-GB" sz="1600" dirty="0"/>
              <a:t>.</a:t>
            </a:r>
            <a:endParaRPr sz="1600" dirty="0"/>
          </a:p>
        </p:txBody>
      </p:sp>
      <p:sp>
        <p:nvSpPr>
          <p:cNvPr id="2" name="Google Shape;253;p29">
            <a:extLst>
              <a:ext uri="{FF2B5EF4-FFF2-40B4-BE49-F238E27FC236}">
                <a16:creationId xmlns:a16="http://schemas.microsoft.com/office/drawing/2014/main" id="{D2D89FB2-28AF-CCA8-BBE7-5B60E746FEDB}"/>
              </a:ext>
            </a:extLst>
          </p:cNvPr>
          <p:cNvSpPr txBox="1">
            <a:spLocks/>
          </p:cNvSpPr>
          <p:nvPr/>
        </p:nvSpPr>
        <p:spPr>
          <a:xfrm>
            <a:off x="588921" y="301623"/>
            <a:ext cx="2404548" cy="62448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60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9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9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9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9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9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9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9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pace Grotesk"/>
              <a:buNone/>
              <a:defRPr sz="9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GB" sz="2800" dirty="0" err="1"/>
              <a:t>Upozornenie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74643636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2800" dirty="0" err="1">
                <a:solidFill>
                  <a:schemeClr val="dk1"/>
                </a:solidFill>
              </a:rPr>
              <a:t>Dátové</a:t>
            </a:r>
            <a:r>
              <a:rPr lang="en-GB" sz="2800" dirty="0">
                <a:solidFill>
                  <a:schemeClr val="dk1"/>
                </a:solidFill>
              </a:rPr>
              <a:t> </a:t>
            </a:r>
            <a:r>
              <a:rPr lang="en-GB" sz="2800" dirty="0" err="1">
                <a:solidFill>
                  <a:schemeClr val="dk1"/>
                </a:solidFill>
              </a:rPr>
              <a:t>analýzy</a:t>
            </a:r>
            <a:r>
              <a:rPr lang="en-GB" sz="2800" dirty="0">
                <a:solidFill>
                  <a:schemeClr val="dk1"/>
                </a:solidFill>
              </a:rPr>
              <a:t> pre </a:t>
            </a:r>
            <a:r>
              <a:rPr lang="en-GB" sz="2800" dirty="0" err="1">
                <a:solidFill>
                  <a:schemeClr val="dk1"/>
                </a:solidFill>
              </a:rPr>
              <a:t>podporu</a:t>
            </a:r>
            <a:r>
              <a:rPr lang="en-GB" sz="2800" dirty="0">
                <a:solidFill>
                  <a:schemeClr val="dk1"/>
                </a:solidFill>
              </a:rPr>
              <a:t> </a:t>
            </a:r>
            <a:r>
              <a:rPr lang="en-GB" sz="2800" dirty="0" err="1">
                <a:solidFill>
                  <a:schemeClr val="dk1"/>
                </a:solidFill>
              </a:rPr>
              <a:t>rozhodovania</a:t>
            </a: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1577048" cy="415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David Kvotidian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E1CA4571-A6D5-881E-311C-5DB52E6B5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9">
            <a:extLst>
              <a:ext uri="{FF2B5EF4-FFF2-40B4-BE49-F238E27FC236}">
                <a16:creationId xmlns:a16="http://schemas.microsoft.com/office/drawing/2014/main" id="{FCED2D1F-428E-D1CE-2F1B-9906FBDFC9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9">
            <a:extLst>
              <a:ext uri="{FF2B5EF4-FFF2-40B4-BE49-F238E27FC236}">
                <a16:creationId xmlns:a16="http://schemas.microsoft.com/office/drawing/2014/main" id="{5A0A900B-BD23-7B1B-4F52-494FF429399D}"/>
              </a:ext>
            </a:extLst>
          </p:cNvPr>
          <p:cNvGrpSpPr/>
          <p:nvPr/>
        </p:nvGrpSpPr>
        <p:grpSpPr>
          <a:xfrm flipH="1">
            <a:off x="4821451" y="-1610442"/>
            <a:ext cx="4574075" cy="3479350"/>
            <a:chOff x="1522650" y="1117750"/>
            <a:chExt cx="4574075" cy="3479350"/>
          </a:xfrm>
        </p:grpSpPr>
        <p:sp>
          <p:nvSpPr>
            <p:cNvPr id="423" name="Google Shape;423;p39">
              <a:extLst>
                <a:ext uri="{FF2B5EF4-FFF2-40B4-BE49-F238E27FC236}">
                  <a16:creationId xmlns:a16="http://schemas.microsoft.com/office/drawing/2014/main" id="{0534F4DB-3AB9-6AB0-7A49-A2559EFC93EA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>
              <a:extLst>
                <a:ext uri="{FF2B5EF4-FFF2-40B4-BE49-F238E27FC236}">
                  <a16:creationId xmlns:a16="http://schemas.microsoft.com/office/drawing/2014/main" id="{101EC5EC-038D-FADD-B87C-DF52B6B3AE8C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9" name="Google Shape;419;p39">
            <a:extLst>
              <a:ext uri="{FF2B5EF4-FFF2-40B4-BE49-F238E27FC236}">
                <a16:creationId xmlns:a16="http://schemas.microsoft.com/office/drawing/2014/main" id="{124F6E71-8F86-5A1B-85E0-11C91ED92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8921" y="872067"/>
            <a:ext cx="7597917" cy="307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2800" dirty="0" err="1"/>
              <a:t>Existujú</a:t>
            </a:r>
            <a:r>
              <a:rPr lang="en-GB" sz="2800" dirty="0"/>
              <a:t> </a:t>
            </a:r>
            <a:r>
              <a:rPr lang="en-GB" sz="2800" dirty="0" err="1"/>
              <a:t>skupiny</a:t>
            </a:r>
            <a:r>
              <a:rPr lang="en-GB" sz="2800" dirty="0"/>
              <a:t> </a:t>
            </a:r>
            <a:r>
              <a:rPr lang="en-GB" sz="2800" dirty="0" err="1"/>
              <a:t>zákazníkov</a:t>
            </a:r>
            <a:r>
              <a:rPr lang="en-GB" sz="2800" dirty="0"/>
              <a:t>, </a:t>
            </a:r>
            <a:r>
              <a:rPr lang="en-GB" sz="2800" dirty="0" err="1"/>
              <a:t>ktoré</a:t>
            </a:r>
            <a:r>
              <a:rPr lang="en-GB" sz="2800" dirty="0"/>
              <a:t> </a:t>
            </a:r>
            <a:r>
              <a:rPr lang="en-GB" sz="2800" dirty="0" err="1"/>
              <a:t>nakupujú</a:t>
            </a:r>
            <a:r>
              <a:rPr lang="en-GB" sz="2800" dirty="0"/>
              <a:t> </a:t>
            </a:r>
            <a:r>
              <a:rPr lang="en-GB" sz="2800" dirty="0" err="1"/>
              <a:t>viac</a:t>
            </a:r>
            <a:r>
              <a:rPr lang="en-GB" sz="2800" dirty="0"/>
              <a:t> so </a:t>
            </a:r>
            <a:r>
              <a:rPr lang="en-GB" sz="2800" dirty="0" err="1"/>
              <a:t>zľavou</a:t>
            </a:r>
            <a:r>
              <a:rPr lang="en-GB" sz="2800" dirty="0"/>
              <a:t>? </a:t>
            </a:r>
            <a:r>
              <a:rPr lang="en-GB" sz="2800" dirty="0" err="1"/>
              <a:t>Aký</a:t>
            </a:r>
            <a:r>
              <a:rPr lang="en-GB" sz="2800" dirty="0"/>
              <a:t> je </a:t>
            </a:r>
            <a:r>
              <a:rPr lang="en-GB" sz="2800" dirty="0" err="1"/>
              <a:t>rozdiel</a:t>
            </a:r>
            <a:r>
              <a:rPr lang="en-GB" sz="2800" dirty="0"/>
              <a:t> </a:t>
            </a:r>
            <a:r>
              <a:rPr lang="en-GB" sz="2800" dirty="0" err="1"/>
              <a:t>medzi</a:t>
            </a:r>
            <a:r>
              <a:rPr lang="en-GB" sz="2800" dirty="0"/>
              <a:t> </a:t>
            </a:r>
            <a:r>
              <a:rPr lang="en-GB" sz="2800" dirty="0" err="1"/>
              <a:t>týmito</a:t>
            </a:r>
            <a:r>
              <a:rPr lang="en-GB" sz="2800" dirty="0"/>
              <a:t> </a:t>
            </a:r>
            <a:r>
              <a:rPr lang="en-GB" sz="2800" dirty="0" err="1"/>
              <a:t>zákazníkmi</a:t>
            </a:r>
            <a:r>
              <a:rPr lang="en-GB" sz="2800" dirty="0"/>
              <a:t> a </a:t>
            </a:r>
            <a:r>
              <a:rPr lang="en-GB" sz="2800" dirty="0" err="1"/>
              <a:t>zákazníkmi</a:t>
            </a:r>
            <a:r>
              <a:rPr lang="en-GB" sz="2800" dirty="0"/>
              <a:t>, </a:t>
            </a:r>
            <a:r>
              <a:rPr lang="en-GB" sz="2800" dirty="0" err="1"/>
              <a:t>ktorí</a:t>
            </a:r>
            <a:r>
              <a:rPr lang="en-GB" sz="2800" dirty="0"/>
              <a:t> </a:t>
            </a:r>
            <a:r>
              <a:rPr lang="en-GB" sz="2800" dirty="0" err="1"/>
              <a:t>nakupujú</a:t>
            </a:r>
            <a:r>
              <a:rPr lang="en-GB" sz="2800" dirty="0"/>
              <a:t> s </a:t>
            </a:r>
            <a:r>
              <a:rPr lang="en-GB" sz="2800" dirty="0" err="1"/>
              <a:t>menšou</a:t>
            </a:r>
            <a:r>
              <a:rPr lang="en-GB" sz="2800" dirty="0"/>
              <a:t> </a:t>
            </a:r>
            <a:r>
              <a:rPr lang="en-GB" sz="2800" dirty="0" err="1"/>
              <a:t>zľavou</a:t>
            </a:r>
            <a:r>
              <a:rPr lang="en-GB" sz="2800" dirty="0"/>
              <a:t> </a:t>
            </a:r>
            <a:r>
              <a:rPr lang="en-GB" sz="2800" dirty="0" err="1"/>
              <a:t>alebo</a:t>
            </a:r>
            <a:r>
              <a:rPr lang="en-GB" sz="2800" dirty="0"/>
              <a:t> bez </a:t>
            </a:r>
            <a:r>
              <a:rPr lang="en-GB" sz="2800" dirty="0" err="1"/>
              <a:t>zľavy</a:t>
            </a:r>
            <a:r>
              <a:rPr lang="en-GB" sz="2800" dirty="0"/>
              <a:t>? 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0398715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88" r="27583"/>
          <a:stretch/>
        </p:blipFill>
        <p:spPr>
          <a:xfrm>
            <a:off x="5088475" y="770400"/>
            <a:ext cx="3081600" cy="3602700"/>
          </a:xfrm>
          <a:prstGeom prst="roundRect">
            <a:avLst>
              <a:gd name="adj" fmla="val 8416"/>
            </a:avLst>
          </a:prstGeom>
        </p:spPr>
      </p:pic>
      <p:sp>
        <p:nvSpPr>
          <p:cNvPr id="286" name="Google Shape;286;p32"/>
          <p:cNvSpPr txBox="1">
            <a:spLocks noGrp="1"/>
          </p:cNvSpPr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Cieľ</a:t>
            </a:r>
            <a:r>
              <a:rPr lang="en" dirty="0"/>
              <a:t> </a:t>
            </a:r>
            <a:r>
              <a:rPr lang="en" dirty="0" err="1"/>
              <a:t>projektu</a:t>
            </a:r>
            <a:endParaRPr dirty="0"/>
          </a:p>
        </p:txBody>
      </p:sp>
      <p:sp>
        <p:nvSpPr>
          <p:cNvPr id="287" name="Google Shape;287;p32"/>
          <p:cNvSpPr txBox="1">
            <a:spLocks noGrp="1"/>
          </p:cNvSpPr>
          <p:nvPr>
            <p:ph type="subTitle" idx="1"/>
          </p:nvPr>
        </p:nvSpPr>
        <p:spPr>
          <a:xfrm>
            <a:off x="811975" y="1878549"/>
            <a:ext cx="3993300" cy="28543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GB" sz="1600" dirty="0"/>
              <a:t>Analýza </a:t>
            </a:r>
            <a:r>
              <a:rPr lang="en-GB" sz="1600" dirty="0" err="1"/>
              <a:t>porovnáva</a:t>
            </a:r>
            <a:r>
              <a:rPr lang="en-GB" sz="1600" dirty="0"/>
              <a:t> </a:t>
            </a:r>
            <a:r>
              <a:rPr lang="en-GB" sz="1600" dirty="0" err="1"/>
              <a:t>zákazníkov</a:t>
            </a:r>
            <a:r>
              <a:rPr lang="en-GB" sz="1600" dirty="0"/>
              <a:t> </a:t>
            </a:r>
            <a:r>
              <a:rPr lang="en-GB" sz="1600" dirty="0" err="1"/>
              <a:t>podľa</a:t>
            </a:r>
            <a:r>
              <a:rPr lang="en-GB" sz="1600" dirty="0"/>
              <a:t> </a:t>
            </a:r>
            <a:r>
              <a:rPr lang="en-GB" sz="1600" dirty="0" err="1"/>
              <a:t>úrovne</a:t>
            </a:r>
            <a:r>
              <a:rPr lang="en-GB" sz="1600" dirty="0"/>
              <a:t> </a:t>
            </a:r>
            <a:r>
              <a:rPr lang="en-GB" sz="1600" dirty="0" err="1"/>
              <a:t>vernostnej</a:t>
            </a:r>
            <a:r>
              <a:rPr lang="en-GB" sz="1600" dirty="0"/>
              <a:t> </a:t>
            </a:r>
            <a:r>
              <a:rPr lang="en-GB" sz="1600" dirty="0" err="1"/>
              <a:t>karty</a:t>
            </a:r>
            <a:r>
              <a:rPr lang="en-GB" sz="1600" dirty="0"/>
              <a:t>, </a:t>
            </a:r>
            <a:r>
              <a:rPr lang="en-GB" sz="1600" dirty="0" err="1"/>
              <a:t>veku</a:t>
            </a:r>
            <a:r>
              <a:rPr lang="en-GB" sz="1600" dirty="0"/>
              <a:t>, </a:t>
            </a:r>
            <a:r>
              <a:rPr lang="en-GB" sz="1600" dirty="0" err="1"/>
              <a:t>newsletterového</a:t>
            </a:r>
            <a:r>
              <a:rPr lang="en-GB" sz="1600" dirty="0"/>
              <a:t> </a:t>
            </a:r>
            <a:r>
              <a:rPr lang="en-GB" sz="1600" dirty="0" err="1"/>
              <a:t>súhlasu</a:t>
            </a:r>
            <a:r>
              <a:rPr lang="en-GB" sz="1600" dirty="0"/>
              <a:t>, </a:t>
            </a:r>
            <a:r>
              <a:rPr lang="en-GB" sz="1600" dirty="0" err="1"/>
              <a:t>regiónu</a:t>
            </a:r>
            <a:r>
              <a:rPr lang="en-GB" sz="1600" dirty="0"/>
              <a:t>, </a:t>
            </a:r>
            <a:r>
              <a:rPr lang="en-GB" sz="1600" dirty="0" err="1"/>
              <a:t>frekvencie</a:t>
            </a:r>
            <a:r>
              <a:rPr lang="en-GB" sz="1600" dirty="0"/>
              <a:t> </a:t>
            </a:r>
            <a:r>
              <a:rPr lang="en-GB" sz="1600" dirty="0" err="1"/>
              <a:t>nákupov</a:t>
            </a:r>
            <a:r>
              <a:rPr lang="en-GB" sz="1600" dirty="0"/>
              <a:t> a </a:t>
            </a:r>
            <a:r>
              <a:rPr lang="en-GB" sz="1600" dirty="0" err="1"/>
              <a:t>sezónnosti</a:t>
            </a:r>
            <a:r>
              <a:rPr lang="en-GB" sz="1600" dirty="0"/>
              <a:t>.</a:t>
            </a:r>
          </a:p>
          <a:p>
            <a:pPr marL="152400" indent="0">
              <a:buNone/>
            </a:pPr>
            <a:endParaRPr lang="en-GB" sz="1600" dirty="0"/>
          </a:p>
          <a:p>
            <a:pPr marL="152400" indent="0">
              <a:buNone/>
            </a:pPr>
            <a:r>
              <a:rPr lang="en-GB" sz="1600" dirty="0" err="1"/>
              <a:t>Výstupom</a:t>
            </a:r>
            <a:r>
              <a:rPr lang="en-GB" sz="1600" dirty="0"/>
              <a:t> </a:t>
            </a:r>
            <a:r>
              <a:rPr lang="en-GB" sz="1600" dirty="0" err="1"/>
              <a:t>sú</a:t>
            </a:r>
            <a:r>
              <a:rPr lang="en-GB" sz="1600" dirty="0"/>
              <a:t> </a:t>
            </a:r>
            <a:r>
              <a:rPr lang="en-GB" sz="1600" dirty="0" err="1"/>
              <a:t>dáta</a:t>
            </a:r>
            <a:r>
              <a:rPr lang="en-GB" sz="1600" dirty="0"/>
              <a:t>, </a:t>
            </a:r>
            <a:r>
              <a:rPr lang="en-GB" sz="1600" dirty="0" err="1"/>
              <a:t>vďaka</a:t>
            </a:r>
            <a:r>
              <a:rPr lang="en-GB" sz="1600" dirty="0"/>
              <a:t> </a:t>
            </a:r>
            <a:r>
              <a:rPr lang="en-GB" sz="1600" dirty="0" err="1"/>
              <a:t>ktorým</a:t>
            </a:r>
            <a:r>
              <a:rPr lang="en-GB" sz="1600" dirty="0"/>
              <a:t> </a:t>
            </a:r>
            <a:r>
              <a:rPr lang="en-GB" sz="1600" dirty="0" err="1"/>
              <a:t>firma</a:t>
            </a:r>
            <a:r>
              <a:rPr lang="en-GB" sz="1600" dirty="0"/>
              <a:t> </a:t>
            </a:r>
            <a:r>
              <a:rPr lang="en-GB" sz="1600" dirty="0" err="1"/>
              <a:t>môže</a:t>
            </a:r>
            <a:r>
              <a:rPr lang="en-GB" sz="1600" dirty="0"/>
              <a:t> </a:t>
            </a:r>
            <a:r>
              <a:rPr lang="en-GB" sz="1600" dirty="0" err="1"/>
              <a:t>cielenejšie</a:t>
            </a:r>
            <a:r>
              <a:rPr lang="en-GB" sz="1600" dirty="0"/>
              <a:t> </a:t>
            </a:r>
            <a:r>
              <a:rPr lang="en-GB" sz="1600" dirty="0" err="1"/>
              <a:t>využívať</a:t>
            </a:r>
            <a:r>
              <a:rPr lang="en-GB" sz="1600" dirty="0"/>
              <a:t> </a:t>
            </a:r>
            <a:r>
              <a:rPr lang="en-GB" sz="1600" dirty="0" err="1"/>
              <a:t>zľavy</a:t>
            </a:r>
            <a:r>
              <a:rPr lang="en-GB" sz="1600" dirty="0"/>
              <a:t> a </a:t>
            </a:r>
            <a:r>
              <a:rPr lang="en-GB" sz="1600" dirty="0" err="1"/>
              <a:t>vernostné</a:t>
            </a:r>
            <a:r>
              <a:rPr lang="en-GB" sz="1600" dirty="0"/>
              <a:t> </a:t>
            </a:r>
            <a:r>
              <a:rPr lang="en-GB" sz="1600" dirty="0" err="1"/>
              <a:t>benefity</a:t>
            </a:r>
            <a:r>
              <a:rPr lang="en-GB" sz="1600" dirty="0"/>
              <a:t>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podporu</a:t>
            </a:r>
            <a:r>
              <a:rPr lang="en-GB" sz="1600" dirty="0"/>
              <a:t> </a:t>
            </a:r>
            <a:r>
              <a:rPr lang="en-GB" sz="1600" dirty="0" err="1"/>
              <a:t>predaja</a:t>
            </a:r>
            <a:r>
              <a:rPr lang="en-GB" sz="1600" dirty="0"/>
              <a:t> a </a:t>
            </a:r>
            <a:r>
              <a:rPr lang="en-GB" sz="1600" dirty="0" err="1"/>
              <a:t>udržanie</a:t>
            </a:r>
            <a:r>
              <a:rPr lang="en-GB" sz="1600" dirty="0"/>
              <a:t> </a:t>
            </a:r>
            <a:r>
              <a:rPr lang="en-GB" sz="1600" dirty="0" err="1"/>
              <a:t>hodnotných</a:t>
            </a:r>
            <a:r>
              <a:rPr lang="en-GB" sz="1600" dirty="0"/>
              <a:t> </a:t>
            </a:r>
            <a:r>
              <a:rPr lang="en-GB" sz="1600" dirty="0" err="1"/>
              <a:t>zákazníkov</a:t>
            </a:r>
            <a:r>
              <a:rPr lang="en-GB" sz="1600" dirty="0"/>
              <a:t>.</a:t>
            </a:r>
            <a:endParaRPr sz="16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8"/>
          <p:cNvGrpSpPr/>
          <p:nvPr/>
        </p:nvGrpSpPr>
        <p:grpSpPr>
          <a:xfrm rot="4659980" flipH="1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406" name="Google Shape;406;p3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" name="Google Shape;408;p38"/>
          <p:cNvSpPr txBox="1">
            <a:spLocks noGrp="1"/>
          </p:cNvSpPr>
          <p:nvPr>
            <p:ph type="subTitle" idx="1"/>
          </p:nvPr>
        </p:nvSpPr>
        <p:spPr>
          <a:xfrm>
            <a:off x="1117447" y="1855889"/>
            <a:ext cx="2739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Celkové</a:t>
            </a:r>
            <a:r>
              <a:rPr lang="en" dirty="0"/>
              <a:t> </a:t>
            </a:r>
            <a:r>
              <a:rPr lang="en" dirty="0" err="1"/>
              <a:t>zľavy</a:t>
            </a:r>
            <a:endParaRPr dirty="0"/>
          </a:p>
        </p:txBody>
      </p:sp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200574" y="2266166"/>
            <a:ext cx="3858535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XXX XXX.XX€</a:t>
            </a:r>
            <a:endParaRPr dirty="0"/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 idx="2"/>
          </p:nvPr>
        </p:nvSpPr>
        <p:spPr>
          <a:xfrm>
            <a:off x="1200574" y="977950"/>
            <a:ext cx="4265043" cy="6351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XX XXX XXX.XX€</a:t>
            </a:r>
            <a:endParaRPr dirty="0"/>
          </a:p>
        </p:txBody>
      </p:sp>
      <p:sp>
        <p:nvSpPr>
          <p:cNvPr id="411" name="Google Shape;411;p38"/>
          <p:cNvSpPr txBox="1">
            <a:spLocks noGrp="1"/>
          </p:cNvSpPr>
          <p:nvPr>
            <p:ph type="subTitle" idx="3"/>
          </p:nvPr>
        </p:nvSpPr>
        <p:spPr>
          <a:xfrm>
            <a:off x="1105464" y="495351"/>
            <a:ext cx="27393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Celkové</a:t>
            </a:r>
            <a:r>
              <a:rPr lang="en" dirty="0"/>
              <a:t> </a:t>
            </a:r>
            <a:r>
              <a:rPr lang="en" dirty="0" err="1"/>
              <a:t>tržby</a:t>
            </a:r>
            <a:r>
              <a:rPr lang="en" dirty="0"/>
              <a:t> po </a:t>
            </a:r>
            <a:r>
              <a:rPr lang="en" dirty="0" err="1"/>
              <a:t>zľavách</a:t>
            </a:r>
            <a:endParaRPr dirty="0"/>
          </a:p>
        </p:txBody>
      </p:sp>
      <p:sp>
        <p:nvSpPr>
          <p:cNvPr id="412" name="Google Shape;412;p38"/>
          <p:cNvSpPr txBox="1">
            <a:spLocks noGrp="1"/>
          </p:cNvSpPr>
          <p:nvPr>
            <p:ph type="title" idx="4"/>
          </p:nvPr>
        </p:nvSpPr>
        <p:spPr>
          <a:xfrm>
            <a:off x="1200575" y="3555582"/>
            <a:ext cx="1625752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1.99%</a:t>
            </a:r>
            <a:endParaRPr dirty="0"/>
          </a:p>
        </p:txBody>
      </p:sp>
      <p:sp>
        <p:nvSpPr>
          <p:cNvPr id="413" name="Google Shape;413;p38"/>
          <p:cNvSpPr txBox="1">
            <a:spLocks noGrp="1"/>
          </p:cNvSpPr>
          <p:nvPr>
            <p:ph type="subTitle" idx="5"/>
          </p:nvPr>
        </p:nvSpPr>
        <p:spPr>
          <a:xfrm>
            <a:off x="1115854" y="3156165"/>
            <a:ext cx="2739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Celkové percento zliav</a:t>
            </a:r>
            <a:endParaRPr dirty="0"/>
          </a:p>
        </p:txBody>
      </p: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Thinking framework</a:t>
            </a:r>
            <a:endParaRPr dirty="0"/>
          </a:p>
        </p:txBody>
      </p:sp>
      <p:sp>
        <p:nvSpPr>
          <p:cNvPr id="269" name="Google Shape;269;p31"/>
          <p:cNvSpPr txBox="1">
            <a:spLocks noGrp="1"/>
          </p:cNvSpPr>
          <p:nvPr>
            <p:ph type="title" idx="2"/>
          </p:nvPr>
        </p:nvSpPr>
        <p:spPr>
          <a:xfrm>
            <a:off x="720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title" idx="3"/>
          </p:nvPr>
        </p:nvSpPr>
        <p:spPr>
          <a:xfrm>
            <a:off x="720000" y="2990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title" idx="4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 idx="5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title" idx="6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74" name="Google Shape;274;p31"/>
          <p:cNvSpPr txBox="1">
            <a:spLocks noGrp="1"/>
          </p:cNvSpPr>
          <p:nvPr>
            <p:ph type="title" idx="7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1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Vytvorenie </a:t>
            </a:r>
            <a:r>
              <a:rPr lang="en" dirty="0" err="1"/>
              <a:t>hypotézy</a:t>
            </a:r>
            <a:endParaRPr dirty="0"/>
          </a:p>
        </p:txBody>
      </p:sp>
      <p:sp>
        <p:nvSpPr>
          <p:cNvPr id="276" name="Google Shape;276;p31"/>
          <p:cNvSpPr txBox="1">
            <a:spLocks noGrp="1"/>
          </p:cNvSpPr>
          <p:nvPr>
            <p:ph type="subTitle" idx="8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Hľadanie</a:t>
            </a:r>
            <a:r>
              <a:rPr lang="en" dirty="0"/>
              <a:t> </a:t>
            </a:r>
            <a:r>
              <a:rPr lang="en" dirty="0" err="1"/>
              <a:t>súvislostí</a:t>
            </a:r>
            <a:endParaRPr dirty="0"/>
          </a:p>
        </p:txBody>
      </p:sp>
      <p:sp>
        <p:nvSpPr>
          <p:cNvPr id="277" name="Google Shape;277;p31"/>
          <p:cNvSpPr txBox="1">
            <a:spLocks noGrp="1"/>
          </p:cNvSpPr>
          <p:nvPr>
            <p:ph type="subTitle" idx="9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Vytvorenie </a:t>
            </a:r>
            <a:r>
              <a:rPr lang="en" dirty="0" err="1"/>
              <a:t>kódu</a:t>
            </a:r>
            <a:endParaRPr dirty="0"/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13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Testovanie</a:t>
            </a:r>
            <a:endParaRPr dirty="0"/>
          </a:p>
        </p:txBody>
      </p:sp>
      <p:sp>
        <p:nvSpPr>
          <p:cNvPr id="279" name="Google Shape;279;p31"/>
          <p:cNvSpPr txBox="1">
            <a:spLocks noGrp="1"/>
          </p:cNvSpPr>
          <p:nvPr>
            <p:ph type="subTitle" idx="14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Analýza </a:t>
            </a:r>
            <a:r>
              <a:rPr lang="en" dirty="0" err="1"/>
              <a:t>výsledkov</a:t>
            </a:r>
            <a:endParaRPr dirty="0"/>
          </a:p>
        </p:txBody>
      </p:sp>
      <p:sp>
        <p:nvSpPr>
          <p:cNvPr id="280" name="Google Shape;280;p31"/>
          <p:cNvSpPr txBox="1">
            <a:spLocks noGrp="1"/>
          </p:cNvSpPr>
          <p:nvPr>
            <p:ph type="subTitle" idx="15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Interpretácia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4047174" y="2244562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Hypotéza</a:t>
            </a:r>
            <a:endParaRPr dirty="0"/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7425108" y="2259838"/>
            <a:ext cx="724325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</a:t>
            </a:r>
            <a:endParaRPr dirty="0"/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>
            <a:spLocks noGrp="1"/>
          </p:cNvSpPr>
          <p:nvPr>
            <p:ph type="subTitle" idx="4"/>
          </p:nvPr>
        </p:nvSpPr>
        <p:spPr>
          <a:xfrm>
            <a:off x="5184581" y="1221975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Interpretácia</a:t>
            </a:r>
            <a:endParaRPr dirty="0"/>
          </a:p>
        </p:txBody>
      </p:sp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/>
              <a:t>Majú </a:t>
            </a:r>
            <a:r>
              <a:rPr lang="en-GB" sz="1600" dirty="0" err="1"/>
              <a:t>zákazníci</a:t>
            </a:r>
            <a:r>
              <a:rPr lang="en-GB" sz="1600" dirty="0"/>
              <a:t> s </a:t>
            </a:r>
            <a:r>
              <a:rPr lang="en-GB" sz="1600" dirty="0" err="1"/>
              <a:t>kartou</a:t>
            </a:r>
            <a:r>
              <a:rPr lang="en-GB" sz="1600" dirty="0"/>
              <a:t> </a:t>
            </a:r>
            <a:r>
              <a:rPr lang="en-GB" sz="1600" dirty="0" err="1"/>
              <a:t>úrovne</a:t>
            </a:r>
            <a:r>
              <a:rPr lang="en-GB" sz="1600" dirty="0"/>
              <a:t> 3 </a:t>
            </a:r>
            <a:r>
              <a:rPr lang="en-GB" sz="1600" dirty="0" err="1"/>
              <a:t>vyššiu</a:t>
            </a:r>
            <a:r>
              <a:rPr lang="en-GB" sz="1600" dirty="0"/>
              <a:t> </a:t>
            </a:r>
            <a:r>
              <a:rPr lang="en-GB" sz="1600" dirty="0" err="1"/>
              <a:t>alebo</a:t>
            </a:r>
            <a:r>
              <a:rPr lang="en-GB" sz="1600" dirty="0"/>
              <a:t> </a:t>
            </a:r>
            <a:r>
              <a:rPr lang="en-GB" sz="1600" dirty="0" err="1"/>
              <a:t>nižšiu</a:t>
            </a:r>
            <a:r>
              <a:rPr lang="en-GB" sz="1600" dirty="0"/>
              <a:t> </a:t>
            </a:r>
            <a:r>
              <a:rPr lang="en-GB" sz="1600" dirty="0" err="1"/>
              <a:t>mieru</a:t>
            </a:r>
            <a:r>
              <a:rPr lang="en-GB" sz="1600" dirty="0"/>
              <a:t> </a:t>
            </a:r>
            <a:r>
              <a:rPr lang="en-GB" sz="1600" dirty="0" err="1"/>
              <a:t>zľavy</a:t>
            </a:r>
            <a:r>
              <a:rPr lang="en-GB" sz="1600" dirty="0"/>
              <a:t> </a:t>
            </a:r>
            <a:r>
              <a:rPr lang="en-GB" sz="1600" dirty="0" err="1"/>
              <a:t>než</a:t>
            </a:r>
            <a:r>
              <a:rPr lang="en-GB" sz="1600" dirty="0"/>
              <a:t> </a:t>
            </a:r>
            <a:r>
              <a:rPr lang="en-GB" sz="1600" dirty="0" err="1"/>
              <a:t>zákazníci</a:t>
            </a:r>
            <a:r>
              <a:rPr lang="en-GB" sz="1600" dirty="0"/>
              <a:t> s </a:t>
            </a:r>
            <a:r>
              <a:rPr lang="en-GB" sz="1600" dirty="0" err="1"/>
              <a:t>kartou</a:t>
            </a:r>
            <a:r>
              <a:rPr lang="en-GB" sz="1600" dirty="0"/>
              <a:t> </a:t>
            </a:r>
            <a:r>
              <a:rPr lang="en-GB" sz="1600" dirty="0" err="1"/>
              <a:t>úrovne</a:t>
            </a:r>
            <a:r>
              <a:rPr lang="en-GB" sz="1600" dirty="0"/>
              <a:t> 1? </a:t>
            </a:r>
            <a:endParaRPr sz="1600" dirty="0"/>
          </a:p>
        </p:txBody>
      </p:sp>
      <p:sp>
        <p:nvSpPr>
          <p:cNvPr id="304" name="Google Shape;304;p34"/>
          <p:cNvSpPr txBox="1">
            <a:spLocks noGrp="1"/>
          </p:cNvSpPr>
          <p:nvPr>
            <p:ph type="subTitle" idx="1"/>
          </p:nvPr>
        </p:nvSpPr>
        <p:spPr>
          <a:xfrm>
            <a:off x="5184580" y="1808400"/>
            <a:ext cx="3045019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kartou</a:t>
            </a:r>
            <a:r>
              <a:rPr lang="en-GB" dirty="0"/>
              <a:t> </a:t>
            </a:r>
            <a:r>
              <a:rPr lang="en-GB" dirty="0" err="1"/>
              <a:t>úrovne</a:t>
            </a:r>
            <a:r>
              <a:rPr lang="en-GB" dirty="0"/>
              <a:t> 3 </a:t>
            </a:r>
            <a:r>
              <a:rPr lang="en-GB" dirty="0" err="1"/>
              <a:t>využívajú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intenzívnejšie</a:t>
            </a:r>
            <a:r>
              <a:rPr lang="en-GB" dirty="0"/>
              <a:t> </a:t>
            </a:r>
            <a:r>
              <a:rPr lang="en-GB" dirty="0" err="1"/>
              <a:t>než</a:t>
            </a:r>
            <a:r>
              <a:rPr lang="en-GB" dirty="0"/>
              <a:t> </a:t>
            </a:r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kartou</a:t>
            </a:r>
            <a:r>
              <a:rPr lang="en-GB" dirty="0"/>
              <a:t> </a:t>
            </a:r>
            <a:r>
              <a:rPr lang="en-GB" dirty="0" err="1"/>
              <a:t>úrovne</a:t>
            </a:r>
            <a:r>
              <a:rPr lang="en-GB" dirty="0"/>
              <a:t> 1.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/>
              <a:t>Z </a:t>
            </a:r>
            <a:r>
              <a:rPr lang="en-GB" dirty="0" err="1"/>
              <a:t>celkovej</a:t>
            </a:r>
            <a:r>
              <a:rPr lang="en-GB" dirty="0"/>
              <a:t> </a:t>
            </a:r>
            <a:r>
              <a:rPr lang="en-GB" dirty="0" err="1"/>
              <a:t>sumy</a:t>
            </a:r>
            <a:r>
              <a:rPr lang="en-GB" dirty="0"/>
              <a:t>, </a:t>
            </a:r>
            <a:r>
              <a:rPr lang="en-GB" dirty="0" err="1"/>
              <a:t>ktorú</a:t>
            </a:r>
            <a:r>
              <a:rPr lang="en-GB" dirty="0"/>
              <a:t> </a:t>
            </a:r>
            <a:r>
              <a:rPr lang="en-GB" dirty="0" err="1"/>
              <a:t>minú</a:t>
            </a:r>
            <a:r>
              <a:rPr lang="en-GB" dirty="0"/>
              <a:t>, </a:t>
            </a:r>
            <a:r>
              <a:rPr lang="en-GB" dirty="0" err="1"/>
              <a:t>tvorí</a:t>
            </a:r>
            <a:r>
              <a:rPr lang="en-GB" dirty="0"/>
              <a:t> </a:t>
            </a:r>
            <a:r>
              <a:rPr lang="en-GB" dirty="0" err="1"/>
              <a:t>zľava</a:t>
            </a:r>
            <a:r>
              <a:rPr lang="en-GB" dirty="0"/>
              <a:t> </a:t>
            </a:r>
            <a:r>
              <a:rPr lang="en-GB" dirty="0" err="1"/>
              <a:t>väčší</a:t>
            </a:r>
            <a:r>
              <a:rPr lang="en-GB" dirty="0"/>
              <a:t> </a:t>
            </a:r>
            <a:r>
              <a:rPr lang="en-GB" dirty="0" err="1"/>
              <a:t>podiel</a:t>
            </a:r>
            <a:r>
              <a:rPr lang="en-GB" dirty="0"/>
              <a:t>.</a:t>
            </a: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00B04C-6124-1814-0835-E7871C06DB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89395"/>
              </p:ext>
            </p:extLst>
          </p:nvPr>
        </p:nvGraphicFramePr>
        <p:xfrm>
          <a:off x="812574" y="1218913"/>
          <a:ext cx="3759426" cy="340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CD2C64E9-C9D6-66BE-0C81-C3D5831A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0926E74C-5C1B-37F7-2804-9D453510EC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/>
              <a:t>Majú </a:t>
            </a:r>
            <a:r>
              <a:rPr lang="en-GB" sz="1600" dirty="0" err="1"/>
              <a:t>zákazníci</a:t>
            </a:r>
            <a:r>
              <a:rPr lang="en-GB" sz="1600" dirty="0"/>
              <a:t> so </a:t>
            </a:r>
            <a:r>
              <a:rPr lang="en-GB" sz="1600" dirty="0" err="1"/>
              <a:t>kartou</a:t>
            </a:r>
            <a:r>
              <a:rPr lang="en-GB" sz="1600" dirty="0"/>
              <a:t> </a:t>
            </a:r>
            <a:r>
              <a:rPr lang="en-GB" sz="1600" dirty="0" err="1"/>
              <a:t>úrovne</a:t>
            </a:r>
            <a:r>
              <a:rPr lang="en-GB" sz="1600" dirty="0"/>
              <a:t> 3 </a:t>
            </a:r>
            <a:r>
              <a:rPr lang="en-GB" sz="1600" dirty="0" err="1"/>
              <a:t>vyššiu</a:t>
            </a:r>
            <a:r>
              <a:rPr lang="en-GB" sz="1600" dirty="0"/>
              <a:t> </a:t>
            </a:r>
            <a:r>
              <a:rPr lang="en-GB" sz="1600" dirty="0" err="1"/>
              <a:t>alebo</a:t>
            </a:r>
            <a:r>
              <a:rPr lang="en-GB" sz="1600" dirty="0"/>
              <a:t> </a:t>
            </a:r>
            <a:r>
              <a:rPr lang="en-GB" sz="1600" dirty="0" err="1"/>
              <a:t>nižšiu</a:t>
            </a:r>
            <a:r>
              <a:rPr lang="en-GB" sz="1600" dirty="0"/>
              <a:t> </a:t>
            </a:r>
            <a:r>
              <a:rPr lang="en-GB" sz="1600" dirty="0" err="1"/>
              <a:t>mieru</a:t>
            </a:r>
            <a:r>
              <a:rPr lang="en-GB" sz="1600" dirty="0"/>
              <a:t> </a:t>
            </a:r>
            <a:r>
              <a:rPr lang="en-GB" sz="1600" dirty="0" err="1"/>
              <a:t>zľavy</a:t>
            </a:r>
            <a:r>
              <a:rPr lang="en-GB" sz="1600" dirty="0"/>
              <a:t> </a:t>
            </a:r>
            <a:r>
              <a:rPr lang="en-GB" sz="1600" dirty="0" err="1"/>
              <a:t>než</a:t>
            </a:r>
            <a:r>
              <a:rPr lang="en-GB" sz="1600" dirty="0"/>
              <a:t> </a:t>
            </a:r>
            <a:r>
              <a:rPr lang="en-GB" sz="1600" dirty="0" err="1"/>
              <a:t>zákazníci</a:t>
            </a:r>
            <a:r>
              <a:rPr lang="en-GB" sz="1600" dirty="0"/>
              <a:t> s </a:t>
            </a:r>
            <a:r>
              <a:rPr lang="en-GB" sz="1600" dirty="0" err="1"/>
              <a:t>kartou</a:t>
            </a:r>
            <a:r>
              <a:rPr lang="en-GB" sz="1600" dirty="0"/>
              <a:t> </a:t>
            </a:r>
            <a:r>
              <a:rPr lang="en-GB" sz="1600" dirty="0" err="1"/>
              <a:t>úrovne</a:t>
            </a:r>
            <a:r>
              <a:rPr lang="en-GB" sz="1600" dirty="0"/>
              <a:t> 1? </a:t>
            </a:r>
            <a:endParaRPr sz="1600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C4C43773-1D1E-F39F-4C7E-558516323F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9403" y="4114184"/>
            <a:ext cx="3253494" cy="338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kartou</a:t>
            </a:r>
            <a:r>
              <a:rPr lang="en-GB" dirty="0"/>
              <a:t> 3 </a:t>
            </a:r>
            <a:r>
              <a:rPr lang="en-GB" dirty="0" err="1"/>
              <a:t>nakupujú</a:t>
            </a:r>
            <a:r>
              <a:rPr lang="en-GB" dirty="0"/>
              <a:t> </a:t>
            </a:r>
            <a:r>
              <a:rPr lang="en-GB" dirty="0" err="1"/>
              <a:t>oveľa</a:t>
            </a:r>
            <a:r>
              <a:rPr lang="en-GB" dirty="0"/>
              <a:t> </a:t>
            </a:r>
            <a:r>
              <a:rPr lang="en-GB" dirty="0" err="1"/>
              <a:t>častejšie</a:t>
            </a: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5630B62-A199-7CC6-67BD-9A240BCDF6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0131758"/>
              </p:ext>
            </p:extLst>
          </p:nvPr>
        </p:nvGraphicFramePr>
        <p:xfrm>
          <a:off x="540431" y="1218913"/>
          <a:ext cx="3835626" cy="2770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8F9631A-F0C4-649E-12FB-463D57880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0857445"/>
              </p:ext>
            </p:extLst>
          </p:nvPr>
        </p:nvGraphicFramePr>
        <p:xfrm>
          <a:off x="5003574" y="1218912"/>
          <a:ext cx="3835626" cy="2770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304;p34">
            <a:extLst>
              <a:ext uri="{FF2B5EF4-FFF2-40B4-BE49-F238E27FC236}">
                <a16:creationId xmlns:a16="http://schemas.microsoft.com/office/drawing/2014/main" id="{BFD5BD63-06A8-B693-BB22-9916845A1E70}"/>
              </a:ext>
            </a:extLst>
          </p:cNvPr>
          <p:cNvSpPr txBox="1">
            <a:spLocks/>
          </p:cNvSpPr>
          <p:nvPr/>
        </p:nvSpPr>
        <p:spPr>
          <a:xfrm>
            <a:off x="5229452" y="4114184"/>
            <a:ext cx="3609748" cy="43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ctr"/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kartou</a:t>
            </a:r>
            <a:r>
              <a:rPr lang="en-GB" dirty="0"/>
              <a:t> </a:t>
            </a:r>
            <a:r>
              <a:rPr lang="en-GB" dirty="0" err="1"/>
              <a:t>úrovne</a:t>
            </a:r>
            <a:r>
              <a:rPr lang="en-GB" dirty="0"/>
              <a:t> 3 </a:t>
            </a:r>
            <a:r>
              <a:rPr lang="en-GB" dirty="0" err="1"/>
              <a:t>tvoria</a:t>
            </a:r>
            <a:r>
              <a:rPr lang="en-GB" dirty="0"/>
              <a:t> </a:t>
            </a:r>
            <a:r>
              <a:rPr lang="en-GB" dirty="0" err="1"/>
              <a:t>najväčšiu</a:t>
            </a:r>
            <a:r>
              <a:rPr lang="en-GB" dirty="0"/>
              <a:t> </a:t>
            </a:r>
            <a:r>
              <a:rPr lang="en-GB" dirty="0" err="1"/>
              <a:t>priemernú</a:t>
            </a:r>
            <a:r>
              <a:rPr lang="en-GB" dirty="0"/>
              <a:t> </a:t>
            </a:r>
            <a:r>
              <a:rPr lang="en-GB" dirty="0" err="1"/>
              <a:t>tržbu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80346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Hypotéza</a:t>
            </a:r>
            <a:r>
              <a:rPr lang="en" dirty="0"/>
              <a:t> A</a:t>
            </a:r>
            <a:endParaRPr dirty="0"/>
          </a:p>
        </p:txBody>
      </p:sp>
      <p:sp>
        <p:nvSpPr>
          <p:cNvPr id="319" name="Google Shape;319;p35"/>
          <p:cNvSpPr txBox="1">
            <a:spLocks noGrp="1"/>
          </p:cNvSpPr>
          <p:nvPr>
            <p:ph type="subTitle" idx="2"/>
          </p:nvPr>
        </p:nvSpPr>
        <p:spPr>
          <a:xfrm>
            <a:off x="762895" y="1310919"/>
            <a:ext cx="6522159" cy="319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vyššou</a:t>
            </a:r>
            <a:r>
              <a:rPr lang="en-GB" dirty="0"/>
              <a:t> </a:t>
            </a:r>
            <a:r>
              <a:rPr lang="en-GB" dirty="0" err="1"/>
              <a:t>úrovňou</a:t>
            </a:r>
            <a:r>
              <a:rPr lang="en-GB" dirty="0"/>
              <a:t> </a:t>
            </a:r>
            <a:r>
              <a:rPr lang="en-GB" dirty="0" err="1"/>
              <a:t>vernostnej</a:t>
            </a:r>
            <a:r>
              <a:rPr lang="en-GB" dirty="0"/>
              <a:t> </a:t>
            </a:r>
            <a:r>
              <a:rPr lang="en-GB" dirty="0" err="1"/>
              <a:t>karty</a:t>
            </a:r>
            <a:r>
              <a:rPr lang="en-GB" dirty="0"/>
              <a:t> </a:t>
            </a:r>
            <a:r>
              <a:rPr lang="en-GB" dirty="0" err="1"/>
              <a:t>využívajú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intenzívnejšie</a:t>
            </a:r>
            <a:r>
              <a:rPr lang="en-GB" dirty="0"/>
              <a:t> </a:t>
            </a:r>
            <a:r>
              <a:rPr lang="en-GB" dirty="0" err="1"/>
              <a:t>než</a:t>
            </a:r>
            <a:r>
              <a:rPr lang="en-GB" dirty="0"/>
              <a:t> </a:t>
            </a:r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nižšou</a:t>
            </a:r>
            <a:r>
              <a:rPr lang="en-GB" dirty="0"/>
              <a:t> </a:t>
            </a:r>
            <a:r>
              <a:rPr lang="en-GB" dirty="0" err="1"/>
              <a:t>úrovňou</a:t>
            </a:r>
            <a:r>
              <a:rPr lang="en-GB" dirty="0"/>
              <a:t> </a:t>
            </a:r>
            <a:r>
              <a:rPr lang="en-GB" dirty="0" err="1"/>
              <a:t>karty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Zákazníci</a:t>
            </a:r>
            <a:r>
              <a:rPr lang="en-GB" dirty="0"/>
              <a:t> </a:t>
            </a:r>
            <a:r>
              <a:rPr lang="en-GB" dirty="0" err="1"/>
              <a:t>úrovne</a:t>
            </a:r>
            <a:r>
              <a:rPr lang="en-GB" dirty="0"/>
              <a:t> 3 </a:t>
            </a:r>
            <a:r>
              <a:rPr lang="en-GB" dirty="0" err="1"/>
              <a:t>majú</a:t>
            </a:r>
            <a:r>
              <a:rPr lang="en-GB" dirty="0"/>
              <a:t> </a:t>
            </a:r>
            <a:r>
              <a:rPr lang="en-GB" dirty="0" err="1"/>
              <a:t>najvyššiu</a:t>
            </a:r>
            <a:r>
              <a:rPr lang="en-GB" dirty="0"/>
              <a:t> </a:t>
            </a:r>
            <a:r>
              <a:rPr lang="en-GB" dirty="0" err="1"/>
              <a:t>segmentovú</a:t>
            </a:r>
            <a:r>
              <a:rPr lang="en-GB" dirty="0"/>
              <a:t> </a:t>
            </a:r>
            <a:r>
              <a:rPr lang="en-GB" dirty="0" err="1"/>
              <a:t>mieru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, </a:t>
            </a:r>
            <a:r>
              <a:rPr lang="en-GB" dirty="0" err="1"/>
              <a:t>najvyšší</a:t>
            </a:r>
            <a:r>
              <a:rPr lang="en-GB" dirty="0"/>
              <a:t> </a:t>
            </a:r>
            <a:r>
              <a:rPr lang="en-GB" dirty="0" err="1"/>
              <a:t>podiel</a:t>
            </a:r>
            <a:r>
              <a:rPr lang="en-GB" dirty="0"/>
              <a:t> </a:t>
            </a:r>
            <a:r>
              <a:rPr lang="en-GB" dirty="0" err="1"/>
              <a:t>nákupov</a:t>
            </a:r>
            <a:r>
              <a:rPr lang="en-GB" dirty="0"/>
              <a:t> so </a:t>
            </a:r>
            <a:r>
              <a:rPr lang="en-GB" dirty="0" err="1"/>
              <a:t>zľavou</a:t>
            </a:r>
            <a:r>
              <a:rPr lang="en-GB" dirty="0"/>
              <a:t>, </a:t>
            </a:r>
            <a:r>
              <a:rPr lang="en-GB" dirty="0" err="1"/>
              <a:t>najvyšší</a:t>
            </a:r>
            <a:r>
              <a:rPr lang="en-GB" dirty="0"/>
              <a:t> </a:t>
            </a:r>
            <a:r>
              <a:rPr lang="en-GB" dirty="0" err="1"/>
              <a:t>počet</a:t>
            </a:r>
            <a:r>
              <a:rPr lang="en-GB" dirty="0"/>
              <a:t> </a:t>
            </a:r>
            <a:r>
              <a:rPr lang="en-GB" dirty="0" err="1"/>
              <a:t>nákupov</a:t>
            </a:r>
            <a:r>
              <a:rPr lang="en-GB" dirty="0"/>
              <a:t> </a:t>
            </a:r>
            <a:r>
              <a:rPr lang="en-GB" dirty="0" err="1"/>
              <a:t>aj</a:t>
            </a:r>
            <a:r>
              <a:rPr lang="en-GB" dirty="0"/>
              <a:t> </a:t>
            </a:r>
            <a:r>
              <a:rPr lang="en-GB" dirty="0" err="1"/>
              <a:t>najvyššiu</a:t>
            </a:r>
            <a:r>
              <a:rPr lang="en-GB" dirty="0"/>
              <a:t> </a:t>
            </a:r>
            <a:r>
              <a:rPr lang="en-GB" dirty="0" err="1"/>
              <a:t>priemernú</a:t>
            </a:r>
            <a:r>
              <a:rPr lang="en-GB" dirty="0"/>
              <a:t> </a:t>
            </a:r>
            <a:r>
              <a:rPr lang="en-GB" dirty="0" err="1"/>
              <a:t>tržbu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/>
              <a:t>To </a:t>
            </a:r>
            <a:r>
              <a:rPr lang="en-GB" dirty="0" err="1"/>
              <a:t>naznačuje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nevyužívajú</a:t>
            </a:r>
            <a:r>
              <a:rPr lang="en-GB" dirty="0"/>
              <a:t> </a:t>
            </a:r>
            <a:r>
              <a:rPr lang="en-GB" dirty="0" err="1"/>
              <a:t>iba</a:t>
            </a:r>
            <a:r>
              <a:rPr lang="en-GB" dirty="0"/>
              <a:t> </a:t>
            </a:r>
            <a:r>
              <a:rPr lang="en-GB" dirty="0" err="1"/>
              <a:t>cenovo</a:t>
            </a:r>
            <a:r>
              <a:rPr lang="en-GB" dirty="0"/>
              <a:t> </a:t>
            </a:r>
            <a:r>
              <a:rPr lang="en-GB" dirty="0" err="1"/>
              <a:t>citliví</a:t>
            </a:r>
            <a:r>
              <a:rPr lang="en-GB" dirty="0"/>
              <a:t> </a:t>
            </a:r>
            <a:r>
              <a:rPr lang="en-GB" dirty="0" err="1"/>
              <a:t>zákazníci</a:t>
            </a:r>
            <a:r>
              <a:rPr lang="en-GB" dirty="0"/>
              <a:t>, ale </a:t>
            </a:r>
            <a:r>
              <a:rPr lang="en-GB" dirty="0" err="1"/>
              <a:t>najmä</a:t>
            </a:r>
            <a:r>
              <a:rPr lang="en-GB" dirty="0"/>
              <a:t> </a:t>
            </a:r>
            <a:r>
              <a:rPr lang="en-GB" dirty="0" err="1"/>
              <a:t>hodnotní</a:t>
            </a:r>
            <a:r>
              <a:rPr lang="en-GB" dirty="0"/>
              <a:t> a </a:t>
            </a:r>
            <a:r>
              <a:rPr lang="en-GB" dirty="0" err="1"/>
              <a:t>lojálni</a:t>
            </a:r>
            <a:r>
              <a:rPr lang="en-GB" dirty="0"/>
              <a:t> </a:t>
            </a:r>
            <a:r>
              <a:rPr lang="en-GB" dirty="0" err="1"/>
              <a:t>zákazníci</a:t>
            </a:r>
            <a:r>
              <a:rPr lang="en-GB" dirty="0"/>
              <a:t>, </a:t>
            </a:r>
            <a:r>
              <a:rPr lang="en-GB" dirty="0" err="1"/>
              <a:t>ktorí</a:t>
            </a:r>
            <a:r>
              <a:rPr lang="en-GB" dirty="0"/>
              <a:t> </a:t>
            </a:r>
            <a:r>
              <a:rPr lang="en-GB" dirty="0" err="1"/>
              <a:t>aktívne</a:t>
            </a:r>
            <a:r>
              <a:rPr lang="en-GB" dirty="0"/>
              <a:t> </a:t>
            </a:r>
            <a:r>
              <a:rPr lang="en-GB" dirty="0" err="1"/>
              <a:t>využívajú</a:t>
            </a:r>
            <a:r>
              <a:rPr lang="en-GB" dirty="0"/>
              <a:t> </a:t>
            </a:r>
            <a:r>
              <a:rPr lang="en-GB" dirty="0" err="1"/>
              <a:t>benefity</a:t>
            </a:r>
            <a:r>
              <a:rPr lang="en-GB" dirty="0"/>
              <a:t> </a:t>
            </a:r>
            <a:r>
              <a:rPr lang="en-GB" dirty="0" err="1"/>
              <a:t>vernostného</a:t>
            </a:r>
            <a:r>
              <a:rPr lang="en-GB" dirty="0"/>
              <a:t> </a:t>
            </a:r>
            <a:r>
              <a:rPr lang="en-GB" dirty="0" err="1"/>
              <a:t>systému</a:t>
            </a:r>
            <a:r>
              <a:rPr lang="en-GB" dirty="0"/>
              <a:t>. Zľavoví </a:t>
            </a:r>
            <a:r>
              <a:rPr lang="en-GB" dirty="0" err="1"/>
              <a:t>zákazníci</a:t>
            </a:r>
            <a:r>
              <a:rPr lang="en-GB" dirty="0"/>
              <a:t> </a:t>
            </a:r>
            <a:r>
              <a:rPr lang="en-GB" dirty="0" err="1"/>
              <a:t>nie</a:t>
            </a:r>
            <a:r>
              <a:rPr lang="en-GB" dirty="0"/>
              <a:t> </a:t>
            </a:r>
            <a:r>
              <a:rPr lang="en-GB" dirty="0" err="1"/>
              <a:t>sú</a:t>
            </a:r>
            <a:r>
              <a:rPr lang="en-GB" dirty="0"/>
              <a:t> </a:t>
            </a:r>
            <a:r>
              <a:rPr lang="en-GB" dirty="0" err="1"/>
              <a:t>nutne</a:t>
            </a:r>
            <a:r>
              <a:rPr lang="en-GB" dirty="0"/>
              <a:t> </a:t>
            </a:r>
            <a:r>
              <a:rPr lang="en-GB" dirty="0" err="1"/>
              <a:t>menej</a:t>
            </a:r>
            <a:r>
              <a:rPr lang="en-GB" dirty="0"/>
              <a:t> </a:t>
            </a:r>
            <a:r>
              <a:rPr lang="en-GB" dirty="0" err="1"/>
              <a:t>hodnotní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Teda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v </a:t>
            </a:r>
            <a:r>
              <a:rPr lang="en-GB" dirty="0" err="1"/>
              <a:t>tomto</a:t>
            </a:r>
            <a:r>
              <a:rPr lang="en-GB" dirty="0"/>
              <a:t> </a:t>
            </a:r>
            <a:r>
              <a:rPr lang="en-GB" dirty="0" err="1"/>
              <a:t>prípade</a:t>
            </a:r>
            <a:r>
              <a:rPr lang="en-GB" dirty="0"/>
              <a:t> </a:t>
            </a:r>
            <a:r>
              <a:rPr lang="en-GB" dirty="0" err="1"/>
              <a:t>pravdepodobne</a:t>
            </a:r>
            <a:r>
              <a:rPr lang="en-GB" dirty="0"/>
              <a:t> </a:t>
            </a:r>
            <a:r>
              <a:rPr lang="en-GB" dirty="0" err="1"/>
              <a:t>neslúžia</a:t>
            </a:r>
            <a:r>
              <a:rPr lang="en-GB" dirty="0"/>
              <a:t> </a:t>
            </a:r>
            <a:r>
              <a:rPr lang="en-GB" dirty="0" err="1"/>
              <a:t>iba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prilákanie</a:t>
            </a:r>
            <a:r>
              <a:rPr lang="en-GB" dirty="0"/>
              <a:t> </a:t>
            </a:r>
            <a:r>
              <a:rPr lang="en-GB" dirty="0" err="1"/>
              <a:t>menej</a:t>
            </a:r>
            <a:r>
              <a:rPr lang="en-GB" dirty="0"/>
              <a:t> </a:t>
            </a:r>
            <a:r>
              <a:rPr lang="en-GB" dirty="0" err="1"/>
              <a:t>bonitných</a:t>
            </a:r>
            <a:r>
              <a:rPr lang="en-GB" dirty="0"/>
              <a:t> </a:t>
            </a:r>
            <a:r>
              <a:rPr lang="en-GB" dirty="0" err="1"/>
              <a:t>zákazníkov</a:t>
            </a:r>
            <a:r>
              <a:rPr lang="en-GB" dirty="0"/>
              <a:t>. Môžu </a:t>
            </a:r>
            <a:r>
              <a:rPr lang="en-GB" dirty="0" err="1"/>
              <a:t>byť</a:t>
            </a:r>
            <a:r>
              <a:rPr lang="en-GB" dirty="0"/>
              <a:t> </a:t>
            </a:r>
            <a:r>
              <a:rPr lang="en-GB" dirty="0" err="1"/>
              <a:t>aj</a:t>
            </a:r>
            <a:r>
              <a:rPr lang="en-GB" dirty="0"/>
              <a:t> </a:t>
            </a:r>
            <a:r>
              <a:rPr lang="en-GB" dirty="0" err="1"/>
              <a:t>nástrojom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udržanie</a:t>
            </a:r>
            <a:r>
              <a:rPr lang="en-GB" dirty="0"/>
              <a:t> a </a:t>
            </a:r>
            <a:r>
              <a:rPr lang="en-GB" dirty="0" err="1"/>
              <a:t>aktiváciu</a:t>
            </a:r>
            <a:r>
              <a:rPr lang="en-GB" dirty="0"/>
              <a:t> </a:t>
            </a:r>
            <a:r>
              <a:rPr lang="en-GB" dirty="0" err="1"/>
              <a:t>najlojálnejších</a:t>
            </a:r>
            <a:r>
              <a:rPr lang="en-GB" dirty="0"/>
              <a:t> </a:t>
            </a:r>
            <a:r>
              <a:rPr lang="en-GB" dirty="0" err="1"/>
              <a:t>zákazníkov</a:t>
            </a:r>
            <a:r>
              <a:rPr lang="en-GB" dirty="0"/>
              <a:t>. 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66F13F4D-822D-5E42-CD51-02CCD047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C09EF91E-5EEC-F011-7A3F-BF966DF6F0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137E6497-1BC2-ACE2-741E-D0AFD12C5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4" y="2244562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Hypotéza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561D3C27-A2A9-9005-835B-72C492F7ED0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425108" y="2259838"/>
            <a:ext cx="724325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8A050AB7-F77E-9466-07BB-F64295B99896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F96D4E4D-EA02-684C-D167-AC1F4581392E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B95B4DE6-1945-8C50-7CD3-3C6C3F702F63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114523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10F06A7C-E113-FF0C-1E2B-BA52F3A5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>
            <a:extLst>
              <a:ext uri="{FF2B5EF4-FFF2-40B4-BE49-F238E27FC236}">
                <a16:creationId xmlns:a16="http://schemas.microsoft.com/office/drawing/2014/main" id="{5F482E80-465C-0813-4B02-D6A9D9510A3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78981" y="1221975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Interpretácia</a:t>
            </a:r>
            <a:endParaRPr dirty="0"/>
          </a:p>
        </p:txBody>
      </p:sp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A2BC481F-4421-212F-BA56-EA6F262EC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 err="1"/>
              <a:t>Sú</a:t>
            </a:r>
            <a:r>
              <a:rPr lang="en-GB" sz="1600" dirty="0"/>
              <a:t> </a:t>
            </a:r>
            <a:r>
              <a:rPr lang="en-GB" sz="1600" dirty="0" err="1"/>
              <a:t>mladší</a:t>
            </a:r>
            <a:r>
              <a:rPr lang="en-GB" sz="1600" dirty="0"/>
              <a:t> </a:t>
            </a:r>
            <a:r>
              <a:rPr lang="en-GB" sz="1600" dirty="0" err="1"/>
              <a:t>zákazníci</a:t>
            </a:r>
            <a:r>
              <a:rPr lang="en-GB" sz="1600" dirty="0"/>
              <a:t> </a:t>
            </a:r>
            <a:r>
              <a:rPr lang="en-GB" sz="1600" dirty="0" err="1"/>
              <a:t>viac</a:t>
            </a:r>
            <a:r>
              <a:rPr lang="en-GB" sz="1600" dirty="0"/>
              <a:t> </a:t>
            </a:r>
            <a:r>
              <a:rPr lang="en-GB" sz="1600" dirty="0" err="1"/>
              <a:t>zľavovo</a:t>
            </a:r>
            <a:r>
              <a:rPr lang="en-GB" sz="1600" dirty="0"/>
              <a:t> </a:t>
            </a:r>
            <a:r>
              <a:rPr lang="en-GB" sz="1600" dirty="0" err="1"/>
              <a:t>orientovaní</a:t>
            </a:r>
            <a:r>
              <a:rPr lang="en-GB" sz="1600" dirty="0"/>
              <a:t>?</a:t>
            </a:r>
            <a:endParaRPr sz="1600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C6E03D21-0742-E416-2AA1-AB2C5EBC8A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78981" y="1808400"/>
            <a:ext cx="3045019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klesajú</a:t>
            </a:r>
            <a:r>
              <a:rPr lang="en-GB" dirty="0"/>
              <a:t> </a:t>
            </a:r>
            <a:r>
              <a:rPr lang="en-GB" dirty="0" err="1"/>
              <a:t>vekom</a:t>
            </a:r>
            <a:endParaRPr lang="en-GB" dirty="0"/>
          </a:p>
          <a:p>
            <a:pPr marL="0" lvl="0" indent="0"/>
            <a:endParaRPr lang="en-GB" dirty="0"/>
          </a:p>
          <a:p>
            <a:pPr marL="0" lvl="0" indent="0"/>
            <a:r>
              <a:rPr lang="en-GB" dirty="0"/>
              <a:t>Zľava </a:t>
            </a:r>
            <a:r>
              <a:rPr lang="en-GB" dirty="0" err="1"/>
              <a:t>tvorí</a:t>
            </a:r>
            <a:r>
              <a:rPr lang="en-GB" dirty="0"/>
              <a:t> u </a:t>
            </a:r>
            <a:r>
              <a:rPr lang="en-GB" dirty="0" err="1"/>
              <a:t>mladých</a:t>
            </a:r>
            <a:r>
              <a:rPr lang="en-GB" dirty="0"/>
              <a:t> </a:t>
            </a:r>
            <a:r>
              <a:rPr lang="en-GB" dirty="0" err="1"/>
              <a:t>väčší</a:t>
            </a:r>
            <a:r>
              <a:rPr lang="en-GB" dirty="0"/>
              <a:t> </a:t>
            </a:r>
            <a:r>
              <a:rPr lang="en-GB" dirty="0" err="1"/>
              <a:t>podiel</a:t>
            </a:r>
            <a:r>
              <a:rPr lang="en-GB" dirty="0"/>
              <a:t> z </a:t>
            </a:r>
            <a:r>
              <a:rPr lang="en-GB" dirty="0" err="1"/>
              <a:t>celkovej</a:t>
            </a:r>
            <a:r>
              <a:rPr lang="en-GB" dirty="0"/>
              <a:t> </a:t>
            </a:r>
            <a:r>
              <a:rPr lang="en-GB" dirty="0" err="1"/>
              <a:t>tržby</a:t>
            </a:r>
            <a:r>
              <a:rPr lang="en-GB" dirty="0"/>
              <a:t> </a:t>
            </a:r>
            <a:r>
              <a:rPr lang="en-GB" dirty="0" err="1"/>
              <a:t>než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 </a:t>
            </a:r>
            <a:r>
              <a:rPr lang="en-GB" dirty="0" err="1"/>
              <a:t>starších</a:t>
            </a:r>
            <a:r>
              <a:rPr lang="en-GB" dirty="0"/>
              <a:t> </a:t>
            </a:r>
            <a:r>
              <a:rPr lang="en-GB" dirty="0" err="1"/>
              <a:t>skupinách</a:t>
            </a:r>
            <a:r>
              <a:rPr lang="en-GB" dirty="0"/>
              <a:t>.</a:t>
            </a: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0E5293F-D6B1-B0A4-B67E-25BA0AC4E1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8085729"/>
              </p:ext>
            </p:extLst>
          </p:nvPr>
        </p:nvGraphicFramePr>
        <p:xfrm>
          <a:off x="720000" y="1221975"/>
          <a:ext cx="4372007" cy="340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7000386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0A069C92-74E1-D19B-FD69-535A4210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>
            <a:extLst>
              <a:ext uri="{FF2B5EF4-FFF2-40B4-BE49-F238E27FC236}">
                <a16:creationId xmlns:a16="http://schemas.microsoft.com/office/drawing/2014/main" id="{39BB592A-410E-B27F-1B61-4C1F8F96DF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Hypotéza</a:t>
            </a:r>
            <a:r>
              <a:rPr lang="en" dirty="0"/>
              <a:t> B</a:t>
            </a:r>
            <a:endParaRPr dirty="0"/>
          </a:p>
        </p:txBody>
      </p:sp>
      <p:sp>
        <p:nvSpPr>
          <p:cNvPr id="319" name="Google Shape;319;p35">
            <a:extLst>
              <a:ext uri="{FF2B5EF4-FFF2-40B4-BE49-F238E27FC236}">
                <a16:creationId xmlns:a16="http://schemas.microsoft.com/office/drawing/2014/main" id="{20D23414-E1F3-882A-9A26-EAB3455C817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62895" y="1310919"/>
            <a:ext cx="6522159" cy="319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To </a:t>
            </a:r>
            <a:r>
              <a:rPr lang="en-GB" dirty="0" err="1"/>
              <a:t>naznačuje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nevyužívajú</a:t>
            </a:r>
            <a:r>
              <a:rPr lang="en-GB" dirty="0"/>
              <a:t> </a:t>
            </a:r>
            <a:r>
              <a:rPr lang="en-GB" dirty="0" err="1"/>
              <a:t>iba</a:t>
            </a:r>
            <a:r>
              <a:rPr lang="en-GB" dirty="0"/>
              <a:t> </a:t>
            </a:r>
            <a:r>
              <a:rPr lang="en-GB" dirty="0" err="1"/>
              <a:t>menej</a:t>
            </a:r>
            <a:r>
              <a:rPr lang="en-GB" dirty="0"/>
              <a:t> </a:t>
            </a:r>
            <a:r>
              <a:rPr lang="en-GB" dirty="0" err="1"/>
              <a:t>lojálni</a:t>
            </a:r>
            <a:r>
              <a:rPr lang="en-GB" dirty="0"/>
              <a:t> </a:t>
            </a:r>
            <a:r>
              <a:rPr lang="en-GB" dirty="0" err="1"/>
              <a:t>alebo</a:t>
            </a:r>
            <a:r>
              <a:rPr lang="en-GB" dirty="0"/>
              <a:t> </a:t>
            </a:r>
            <a:r>
              <a:rPr lang="en-GB" dirty="0" err="1"/>
              <a:t>cenovo</a:t>
            </a:r>
            <a:r>
              <a:rPr lang="en-GB" dirty="0"/>
              <a:t> </a:t>
            </a:r>
            <a:r>
              <a:rPr lang="en-GB" dirty="0" err="1"/>
              <a:t>citliví</a:t>
            </a:r>
            <a:r>
              <a:rPr lang="en-GB" dirty="0"/>
              <a:t> </a:t>
            </a:r>
            <a:r>
              <a:rPr lang="en-GB" dirty="0" err="1"/>
              <a:t>zákazníci</a:t>
            </a:r>
            <a:r>
              <a:rPr lang="en-GB" dirty="0"/>
              <a:t>, ale </a:t>
            </a:r>
            <a:r>
              <a:rPr lang="en-GB" dirty="0" err="1"/>
              <a:t>najmä</a:t>
            </a:r>
            <a:r>
              <a:rPr lang="en-GB" dirty="0"/>
              <a:t> </a:t>
            </a:r>
            <a:r>
              <a:rPr lang="en-GB" dirty="0" err="1"/>
              <a:t>hodnotní</a:t>
            </a:r>
            <a:r>
              <a:rPr lang="en-GB" dirty="0"/>
              <a:t> a </a:t>
            </a:r>
            <a:r>
              <a:rPr lang="en-GB" dirty="0" err="1"/>
              <a:t>lojálni</a:t>
            </a:r>
            <a:r>
              <a:rPr lang="en-GB" dirty="0"/>
              <a:t> </a:t>
            </a:r>
            <a:r>
              <a:rPr lang="en-GB" dirty="0" err="1"/>
              <a:t>zákazníci</a:t>
            </a:r>
            <a:r>
              <a:rPr lang="en-GB" dirty="0"/>
              <a:t>, </a:t>
            </a:r>
            <a:r>
              <a:rPr lang="en-GB" dirty="0" err="1"/>
              <a:t>ktorí</a:t>
            </a:r>
            <a:r>
              <a:rPr lang="en-GB" dirty="0"/>
              <a:t> </a:t>
            </a:r>
            <a:r>
              <a:rPr lang="en-GB" dirty="0" err="1"/>
              <a:t>aktívne</a:t>
            </a:r>
            <a:r>
              <a:rPr lang="en-GB" dirty="0"/>
              <a:t> </a:t>
            </a:r>
            <a:r>
              <a:rPr lang="en-GB" dirty="0" err="1"/>
              <a:t>využívajú</a:t>
            </a:r>
            <a:r>
              <a:rPr lang="en-GB" dirty="0"/>
              <a:t> </a:t>
            </a:r>
            <a:r>
              <a:rPr lang="en-GB" dirty="0" err="1"/>
              <a:t>benefity</a:t>
            </a:r>
            <a:r>
              <a:rPr lang="en-GB" dirty="0"/>
              <a:t> </a:t>
            </a:r>
            <a:r>
              <a:rPr lang="en-GB" dirty="0" err="1"/>
              <a:t>vernostného</a:t>
            </a:r>
            <a:r>
              <a:rPr lang="en-GB" dirty="0"/>
              <a:t> </a:t>
            </a:r>
            <a:r>
              <a:rPr lang="en-GB" dirty="0" err="1"/>
              <a:t>systému</a:t>
            </a:r>
            <a:r>
              <a:rPr lang="en-GB" dirty="0"/>
              <a:t>. Zľavoví </a:t>
            </a:r>
            <a:r>
              <a:rPr lang="en-GB" dirty="0" err="1"/>
              <a:t>zákazníci</a:t>
            </a:r>
            <a:r>
              <a:rPr lang="en-GB" dirty="0"/>
              <a:t> </a:t>
            </a:r>
            <a:r>
              <a:rPr lang="en-GB" dirty="0" err="1"/>
              <a:t>nie</a:t>
            </a:r>
            <a:r>
              <a:rPr lang="en-GB" dirty="0"/>
              <a:t> </a:t>
            </a:r>
            <a:r>
              <a:rPr lang="en-GB" dirty="0" err="1"/>
              <a:t>sú</a:t>
            </a:r>
            <a:r>
              <a:rPr lang="en-GB" dirty="0"/>
              <a:t> </a:t>
            </a:r>
            <a:r>
              <a:rPr lang="en-GB" dirty="0" err="1"/>
              <a:t>nutne</a:t>
            </a:r>
            <a:r>
              <a:rPr lang="en-GB" dirty="0"/>
              <a:t> </a:t>
            </a:r>
            <a:r>
              <a:rPr lang="en-GB" dirty="0" err="1"/>
              <a:t>menej</a:t>
            </a:r>
            <a:r>
              <a:rPr lang="en-GB" dirty="0"/>
              <a:t> </a:t>
            </a:r>
            <a:r>
              <a:rPr lang="en-GB" dirty="0" err="1"/>
              <a:t>hodnotní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374189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1FCDD4E5-B610-6C4A-5D17-A133189D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9A4301FA-7197-3568-6448-EB8AA1704E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6497A43C-CAF0-3A1C-1EA3-3D98718758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4" y="2244562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Hypotéza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E1831962-2103-007D-5BEA-167F47F3FCC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425108" y="2259838"/>
            <a:ext cx="724325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3534AB87-95DD-1798-3207-DAF3AA9B8DA4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82C4241D-4616-873D-0F99-D0A96F6BCB85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FBD120B3-AC1F-7328-5536-34ED6E1ECF2C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3044646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6CC69472-F3CD-4A2D-2917-1CEA9830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>
            <a:extLst>
              <a:ext uri="{FF2B5EF4-FFF2-40B4-BE49-F238E27FC236}">
                <a16:creationId xmlns:a16="http://schemas.microsoft.com/office/drawing/2014/main" id="{F0FAA383-CB67-3F5A-2BD4-9B5B0CB8BBF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78981" y="1221975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Interpretácia</a:t>
            </a:r>
            <a:endParaRPr dirty="0"/>
          </a:p>
        </p:txBody>
      </p:sp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F2A15E82-05CD-03F0-CE5C-69A2647A3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 err="1"/>
              <a:t>Nakupujú</a:t>
            </a:r>
            <a:r>
              <a:rPr lang="en-GB" sz="1600" dirty="0"/>
              <a:t> </a:t>
            </a:r>
            <a:r>
              <a:rPr lang="en-GB" sz="1600" dirty="0" err="1"/>
              <a:t>odberatelia</a:t>
            </a:r>
            <a:r>
              <a:rPr lang="en-GB" sz="1600" dirty="0"/>
              <a:t> </a:t>
            </a:r>
            <a:r>
              <a:rPr lang="en-GB" sz="1600" dirty="0" err="1"/>
              <a:t>newslettera</a:t>
            </a:r>
            <a:r>
              <a:rPr lang="en-GB" sz="1600" dirty="0"/>
              <a:t> </a:t>
            </a:r>
            <a:r>
              <a:rPr lang="en-GB" sz="1600" dirty="0" err="1"/>
              <a:t>častejšie</a:t>
            </a:r>
            <a:r>
              <a:rPr lang="en-GB" sz="1600" dirty="0"/>
              <a:t> so </a:t>
            </a:r>
            <a:r>
              <a:rPr lang="en-GB" sz="1600" dirty="0" err="1"/>
              <a:t>zľavou</a:t>
            </a:r>
            <a:r>
              <a:rPr lang="en-GB" sz="1600" dirty="0"/>
              <a:t>?</a:t>
            </a:r>
            <a:endParaRPr sz="1600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FA13C018-8CFB-13F5-0E15-531EF0230E9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78981" y="1808399"/>
            <a:ext cx="3045019" cy="233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Newsletter </a:t>
            </a:r>
            <a:r>
              <a:rPr lang="en-GB" dirty="0" err="1"/>
              <a:t>odoberá</a:t>
            </a:r>
            <a:r>
              <a:rPr lang="en-GB" dirty="0"/>
              <a:t> </a:t>
            </a:r>
            <a:r>
              <a:rPr lang="en-GB" dirty="0" err="1"/>
              <a:t>relatívne</a:t>
            </a:r>
            <a:r>
              <a:rPr lang="en-GB" dirty="0"/>
              <a:t> </a:t>
            </a:r>
            <a:r>
              <a:rPr lang="en-GB" dirty="0" err="1"/>
              <a:t>malá</a:t>
            </a:r>
            <a:r>
              <a:rPr lang="en-GB" dirty="0"/>
              <a:t> </a:t>
            </a:r>
            <a:r>
              <a:rPr lang="en-GB" dirty="0" err="1"/>
              <a:t>časť</a:t>
            </a:r>
            <a:r>
              <a:rPr lang="en-GB" dirty="0"/>
              <a:t> </a:t>
            </a:r>
            <a:r>
              <a:rPr lang="en-GB" dirty="0" err="1"/>
              <a:t>zákazníckej</a:t>
            </a:r>
            <a:r>
              <a:rPr lang="en-GB" dirty="0"/>
              <a:t> </a:t>
            </a:r>
            <a:r>
              <a:rPr lang="en-GB" dirty="0" err="1"/>
              <a:t>bázy</a:t>
            </a:r>
            <a:r>
              <a:rPr lang="en-GB" dirty="0"/>
              <a:t>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627CAB3-B156-3868-D0D4-729C657E4B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690638"/>
              </p:ext>
            </p:extLst>
          </p:nvPr>
        </p:nvGraphicFramePr>
        <p:xfrm>
          <a:off x="720000" y="1221975"/>
          <a:ext cx="4372007" cy="340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Google Shape;304;p34">
            <a:extLst>
              <a:ext uri="{FF2B5EF4-FFF2-40B4-BE49-F238E27FC236}">
                <a16:creationId xmlns:a16="http://schemas.microsoft.com/office/drawing/2014/main" id="{AA28EE2E-C732-AB92-B00F-5CC63EDBBC9C}"/>
              </a:ext>
            </a:extLst>
          </p:cNvPr>
          <p:cNvSpPr txBox="1">
            <a:spLocks/>
          </p:cNvSpPr>
          <p:nvPr/>
        </p:nvSpPr>
        <p:spPr>
          <a:xfrm>
            <a:off x="3136253" y="2771387"/>
            <a:ext cx="705936" cy="30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84.09%</a:t>
            </a:r>
          </a:p>
        </p:txBody>
      </p:sp>
      <p:sp>
        <p:nvSpPr>
          <p:cNvPr id="3" name="Google Shape;304;p34">
            <a:extLst>
              <a:ext uri="{FF2B5EF4-FFF2-40B4-BE49-F238E27FC236}">
                <a16:creationId xmlns:a16="http://schemas.microsoft.com/office/drawing/2014/main" id="{9D670E22-64FE-161D-E43B-EB39B42520FF}"/>
              </a:ext>
            </a:extLst>
          </p:cNvPr>
          <p:cNvSpPr txBox="1">
            <a:spLocks/>
          </p:cNvSpPr>
          <p:nvPr/>
        </p:nvSpPr>
        <p:spPr>
          <a:xfrm>
            <a:off x="2200067" y="2095978"/>
            <a:ext cx="705936" cy="30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15.91%</a:t>
            </a:r>
          </a:p>
        </p:txBody>
      </p:sp>
    </p:spTree>
    <p:extLst>
      <p:ext uri="{BB962C8B-B14F-4D97-AF65-F5344CB8AC3E}">
        <p14:creationId xmlns:p14="http://schemas.microsoft.com/office/powerpoint/2010/main" val="130493419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B1EF8BB6-BECC-A127-7EE3-824920FC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>
            <a:extLst>
              <a:ext uri="{FF2B5EF4-FFF2-40B4-BE49-F238E27FC236}">
                <a16:creationId xmlns:a16="http://schemas.microsoft.com/office/drawing/2014/main" id="{67080EDE-2AE8-D215-0EDF-D128F5D4C65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78981" y="1221975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Interpretácia</a:t>
            </a:r>
            <a:endParaRPr dirty="0"/>
          </a:p>
        </p:txBody>
      </p:sp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EC541D5B-798F-EE7B-5DF7-24A3B1DAC6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 err="1"/>
              <a:t>Nakupujú</a:t>
            </a:r>
            <a:r>
              <a:rPr lang="en-GB" sz="1600" dirty="0"/>
              <a:t> </a:t>
            </a:r>
            <a:r>
              <a:rPr lang="en-GB" sz="1600" dirty="0" err="1"/>
              <a:t>odberatelia</a:t>
            </a:r>
            <a:r>
              <a:rPr lang="en-GB" sz="1600" dirty="0"/>
              <a:t> </a:t>
            </a:r>
            <a:r>
              <a:rPr lang="en-GB" sz="1600" dirty="0" err="1"/>
              <a:t>newslettera</a:t>
            </a:r>
            <a:r>
              <a:rPr lang="en-GB" sz="1600" dirty="0"/>
              <a:t> </a:t>
            </a:r>
            <a:r>
              <a:rPr lang="en-GB" sz="1600" dirty="0" err="1"/>
              <a:t>častejšie</a:t>
            </a:r>
            <a:r>
              <a:rPr lang="en-GB" sz="1600" dirty="0"/>
              <a:t> so </a:t>
            </a:r>
            <a:r>
              <a:rPr lang="en-GB" sz="1600" dirty="0" err="1"/>
              <a:t>zľavou</a:t>
            </a:r>
            <a:r>
              <a:rPr lang="en-GB" sz="1600" dirty="0"/>
              <a:t>?</a:t>
            </a:r>
            <a:endParaRPr sz="1600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5C9EC6CB-D32B-7071-84FC-3C7D1AD49F3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78981" y="1808399"/>
            <a:ext cx="3045019" cy="233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Pri </a:t>
            </a:r>
            <a:r>
              <a:rPr lang="en-GB" dirty="0" err="1"/>
              <a:t>zákazníkoch</a:t>
            </a:r>
            <a:r>
              <a:rPr lang="en-GB" dirty="0"/>
              <a:t> bez </a:t>
            </a:r>
            <a:r>
              <a:rPr lang="en-GB" dirty="0" err="1"/>
              <a:t>newslettera</a:t>
            </a:r>
            <a:r>
              <a:rPr lang="en-GB" dirty="0"/>
              <a:t> </a:t>
            </a:r>
            <a:r>
              <a:rPr lang="en-GB" dirty="0" err="1"/>
              <a:t>tvorili</a:t>
            </a:r>
            <a:r>
              <a:rPr lang="en-GB" dirty="0"/>
              <a:t> </a:t>
            </a:r>
            <a:r>
              <a:rPr lang="en-GB" dirty="0" err="1"/>
              <a:t>nákupy</a:t>
            </a:r>
            <a:r>
              <a:rPr lang="en-GB" dirty="0"/>
              <a:t> so </a:t>
            </a:r>
            <a:r>
              <a:rPr lang="en-GB" dirty="0" err="1"/>
              <a:t>zľavou</a:t>
            </a:r>
            <a:r>
              <a:rPr lang="en-GB" dirty="0"/>
              <a:t> v </a:t>
            </a:r>
            <a:r>
              <a:rPr lang="en-GB" dirty="0" err="1"/>
              <a:t>priemere</a:t>
            </a:r>
            <a:r>
              <a:rPr lang="en-GB" dirty="0"/>
              <a:t> 28,31 % ich </a:t>
            </a:r>
            <a:r>
              <a:rPr lang="en-GB" dirty="0" err="1"/>
              <a:t>nákupov</a:t>
            </a:r>
            <a:r>
              <a:rPr lang="en-GB" dirty="0"/>
              <a:t>, </a:t>
            </a:r>
            <a:r>
              <a:rPr lang="en-GB" dirty="0" err="1"/>
              <a:t>zatiaľ</a:t>
            </a:r>
            <a:r>
              <a:rPr lang="en-GB" dirty="0"/>
              <a:t> </a:t>
            </a:r>
            <a:r>
              <a:rPr lang="en-GB" dirty="0" err="1"/>
              <a:t>čo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 </a:t>
            </a:r>
            <a:r>
              <a:rPr lang="en-GB" dirty="0" err="1"/>
              <a:t>zákazníkoch</a:t>
            </a:r>
            <a:r>
              <a:rPr lang="en-GB" dirty="0"/>
              <a:t> s </a:t>
            </a:r>
            <a:r>
              <a:rPr lang="en-GB" dirty="0" err="1"/>
              <a:t>newsletterom</a:t>
            </a:r>
            <a:r>
              <a:rPr lang="en-GB" dirty="0"/>
              <a:t> 28,00 %.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Rozdiel</a:t>
            </a:r>
            <a:r>
              <a:rPr lang="en-GB" dirty="0"/>
              <a:t> je </a:t>
            </a:r>
            <a:r>
              <a:rPr lang="en-GB" dirty="0" err="1"/>
              <a:t>veľmi</a:t>
            </a:r>
            <a:r>
              <a:rPr lang="en-GB" dirty="0"/>
              <a:t> </a:t>
            </a:r>
            <a:r>
              <a:rPr lang="en-GB" dirty="0" err="1"/>
              <a:t>malý</a:t>
            </a:r>
            <a:r>
              <a:rPr lang="en-GB" dirty="0"/>
              <a:t> a </a:t>
            </a:r>
            <a:r>
              <a:rPr lang="en-GB" dirty="0" err="1"/>
              <a:t>dokonca</a:t>
            </a:r>
            <a:r>
              <a:rPr lang="en-GB" dirty="0"/>
              <a:t> </a:t>
            </a:r>
            <a:r>
              <a:rPr lang="en-GB" dirty="0" err="1"/>
              <a:t>mierne</a:t>
            </a:r>
            <a:r>
              <a:rPr lang="en-GB" dirty="0"/>
              <a:t> v </a:t>
            </a:r>
            <a:r>
              <a:rPr lang="en-GB" dirty="0" err="1"/>
              <a:t>prospech</a:t>
            </a:r>
            <a:r>
              <a:rPr lang="en-GB" dirty="0"/>
              <a:t> </a:t>
            </a:r>
            <a:r>
              <a:rPr lang="en-GB" dirty="0" err="1"/>
              <a:t>zákazníkov</a:t>
            </a:r>
            <a:r>
              <a:rPr lang="en-GB" dirty="0"/>
              <a:t> bez </a:t>
            </a:r>
            <a:r>
              <a:rPr lang="en-GB" dirty="0" err="1"/>
              <a:t>newslettera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Samotný</a:t>
            </a:r>
            <a:r>
              <a:rPr lang="en-GB" dirty="0"/>
              <a:t> </a:t>
            </a:r>
            <a:r>
              <a:rPr lang="en-GB" dirty="0" err="1"/>
              <a:t>súhlas</a:t>
            </a:r>
            <a:r>
              <a:rPr lang="en-GB" dirty="0"/>
              <a:t> s </a:t>
            </a:r>
            <a:r>
              <a:rPr lang="en-GB" dirty="0" err="1"/>
              <a:t>newsletterom</a:t>
            </a:r>
            <a:r>
              <a:rPr lang="en-GB" dirty="0"/>
              <a:t> </a:t>
            </a:r>
            <a:r>
              <a:rPr lang="en-GB" dirty="0" err="1"/>
              <a:t>nevysvetľuje</a:t>
            </a:r>
            <a:r>
              <a:rPr lang="en-GB" dirty="0"/>
              <a:t> </a:t>
            </a:r>
            <a:r>
              <a:rPr lang="en-GB" dirty="0" err="1"/>
              <a:t>vyššie</a:t>
            </a:r>
            <a:r>
              <a:rPr lang="en-GB" dirty="0"/>
              <a:t> </a:t>
            </a:r>
            <a:r>
              <a:rPr lang="en-GB" dirty="0" err="1"/>
              <a:t>využívanie</a:t>
            </a:r>
            <a:r>
              <a:rPr lang="en-GB" dirty="0"/>
              <a:t> </a:t>
            </a:r>
            <a:r>
              <a:rPr lang="en-GB" dirty="0" err="1"/>
              <a:t>zliav</a:t>
            </a:r>
            <a:r>
              <a:rPr lang="en-GB" dirty="0"/>
              <a:t>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C5ADACD-E10D-ABDF-9C08-9D3E976A4C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6297879"/>
              </p:ext>
            </p:extLst>
          </p:nvPr>
        </p:nvGraphicFramePr>
        <p:xfrm>
          <a:off x="720000" y="1221975"/>
          <a:ext cx="4372007" cy="340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Google Shape;304;p34">
            <a:extLst>
              <a:ext uri="{FF2B5EF4-FFF2-40B4-BE49-F238E27FC236}">
                <a16:creationId xmlns:a16="http://schemas.microsoft.com/office/drawing/2014/main" id="{AF809A73-1636-DCF7-257A-D12C3544E37F}"/>
              </a:ext>
            </a:extLst>
          </p:cNvPr>
          <p:cNvSpPr txBox="1">
            <a:spLocks/>
          </p:cNvSpPr>
          <p:nvPr/>
        </p:nvSpPr>
        <p:spPr>
          <a:xfrm>
            <a:off x="3771064" y="2888125"/>
            <a:ext cx="705936" cy="30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28.00%</a:t>
            </a:r>
          </a:p>
        </p:txBody>
      </p:sp>
      <p:sp>
        <p:nvSpPr>
          <p:cNvPr id="3" name="Google Shape;304;p34">
            <a:extLst>
              <a:ext uri="{FF2B5EF4-FFF2-40B4-BE49-F238E27FC236}">
                <a16:creationId xmlns:a16="http://schemas.microsoft.com/office/drawing/2014/main" id="{2DADB18A-5FDE-49B0-0F6F-D8148CF5A596}"/>
              </a:ext>
            </a:extLst>
          </p:cNvPr>
          <p:cNvSpPr txBox="1">
            <a:spLocks/>
          </p:cNvSpPr>
          <p:nvPr/>
        </p:nvSpPr>
        <p:spPr>
          <a:xfrm>
            <a:off x="2011711" y="3507657"/>
            <a:ext cx="705936" cy="30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28.31%</a:t>
            </a:r>
          </a:p>
        </p:txBody>
      </p:sp>
    </p:spTree>
    <p:extLst>
      <p:ext uri="{BB962C8B-B14F-4D97-AF65-F5344CB8AC3E}">
        <p14:creationId xmlns:p14="http://schemas.microsoft.com/office/powerpoint/2010/main" val="370634693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1A3ADB98-F363-CAE8-AC3A-BCA96B21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>
            <a:extLst>
              <a:ext uri="{FF2B5EF4-FFF2-40B4-BE49-F238E27FC236}">
                <a16:creationId xmlns:a16="http://schemas.microsoft.com/office/drawing/2014/main" id="{FFB7E791-CB63-9BE2-AC35-1528B8CD991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78981" y="1221975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Interpretácia</a:t>
            </a:r>
            <a:endParaRPr dirty="0"/>
          </a:p>
        </p:txBody>
      </p:sp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1AE169A6-CD26-72F6-3C45-B2DF5370FB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 err="1"/>
              <a:t>Nakupujú</a:t>
            </a:r>
            <a:r>
              <a:rPr lang="en-GB" sz="1600" dirty="0"/>
              <a:t> </a:t>
            </a:r>
            <a:r>
              <a:rPr lang="en-GB" sz="1600" dirty="0" err="1"/>
              <a:t>odberatelia</a:t>
            </a:r>
            <a:r>
              <a:rPr lang="en-GB" sz="1600" dirty="0"/>
              <a:t> </a:t>
            </a:r>
            <a:r>
              <a:rPr lang="en-GB" sz="1600" dirty="0" err="1"/>
              <a:t>newslettera</a:t>
            </a:r>
            <a:r>
              <a:rPr lang="en-GB" sz="1600" dirty="0"/>
              <a:t> </a:t>
            </a:r>
            <a:r>
              <a:rPr lang="en-GB" sz="1600" dirty="0" err="1"/>
              <a:t>častejšie</a:t>
            </a:r>
            <a:r>
              <a:rPr lang="en-GB" sz="1600" dirty="0"/>
              <a:t> so </a:t>
            </a:r>
            <a:r>
              <a:rPr lang="en-GB" sz="1600" dirty="0" err="1"/>
              <a:t>zľavou</a:t>
            </a:r>
            <a:r>
              <a:rPr lang="en-GB" sz="1600" dirty="0"/>
              <a:t>?</a:t>
            </a:r>
            <a:endParaRPr sz="1600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D4D9DEF8-BABB-7FD7-950C-55E417481B4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78981" y="1808400"/>
            <a:ext cx="3045019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To </a:t>
            </a:r>
            <a:r>
              <a:rPr lang="en-GB" dirty="0" err="1"/>
              <a:t>znamená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newsletterom</a:t>
            </a:r>
            <a:r>
              <a:rPr lang="en-GB" dirty="0"/>
              <a:t> </a:t>
            </a:r>
            <a:r>
              <a:rPr lang="en-GB" dirty="0" err="1"/>
              <a:t>síce</a:t>
            </a:r>
            <a:r>
              <a:rPr lang="en-GB" dirty="0"/>
              <a:t> </a:t>
            </a:r>
            <a:r>
              <a:rPr lang="en-GB" dirty="0" err="1"/>
              <a:t>nemajú</a:t>
            </a:r>
            <a:r>
              <a:rPr lang="en-GB" dirty="0"/>
              <a:t> </a:t>
            </a:r>
            <a:r>
              <a:rPr lang="en-GB" dirty="0" err="1"/>
              <a:t>vyššiu</a:t>
            </a:r>
            <a:r>
              <a:rPr lang="en-GB" dirty="0"/>
              <a:t> </a:t>
            </a:r>
            <a:r>
              <a:rPr lang="en-GB" dirty="0" err="1"/>
              <a:t>mieru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podľa</a:t>
            </a:r>
            <a:r>
              <a:rPr lang="en-GB" dirty="0"/>
              <a:t> </a:t>
            </a:r>
            <a:r>
              <a:rPr lang="en-GB" dirty="0" err="1"/>
              <a:t>transakcií</a:t>
            </a:r>
            <a:r>
              <a:rPr lang="en-GB" dirty="0"/>
              <a:t>, ale </a:t>
            </a:r>
            <a:r>
              <a:rPr lang="en-GB" dirty="0" err="1"/>
              <a:t>aktívnejšie</a:t>
            </a:r>
            <a:r>
              <a:rPr lang="en-GB" dirty="0"/>
              <a:t> </a:t>
            </a:r>
            <a:r>
              <a:rPr lang="en-GB" dirty="0" err="1"/>
              <a:t>čerpajú</a:t>
            </a:r>
            <a:r>
              <a:rPr lang="en-GB" dirty="0"/>
              <a:t> </a:t>
            </a:r>
            <a:r>
              <a:rPr lang="en-GB" dirty="0" err="1"/>
              <a:t>získané</a:t>
            </a:r>
            <a:r>
              <a:rPr lang="en-GB" dirty="0"/>
              <a:t> body.</a:t>
            </a: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2206794-C7FD-C6F8-A62A-C56BBD970A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0792123"/>
              </p:ext>
            </p:extLst>
          </p:nvPr>
        </p:nvGraphicFramePr>
        <p:xfrm>
          <a:off x="720000" y="1221975"/>
          <a:ext cx="4372007" cy="340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Google Shape;304;p34">
            <a:extLst>
              <a:ext uri="{FF2B5EF4-FFF2-40B4-BE49-F238E27FC236}">
                <a16:creationId xmlns:a16="http://schemas.microsoft.com/office/drawing/2014/main" id="{3AA8B5A2-30BB-D9C0-8927-FEDCFB84629B}"/>
              </a:ext>
            </a:extLst>
          </p:cNvPr>
          <p:cNvSpPr txBox="1">
            <a:spLocks/>
          </p:cNvSpPr>
          <p:nvPr/>
        </p:nvSpPr>
        <p:spPr>
          <a:xfrm>
            <a:off x="1712698" y="2946657"/>
            <a:ext cx="705936" cy="30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62.35%</a:t>
            </a:r>
          </a:p>
        </p:txBody>
      </p:sp>
      <p:sp>
        <p:nvSpPr>
          <p:cNvPr id="3" name="Google Shape;304;p34">
            <a:extLst>
              <a:ext uri="{FF2B5EF4-FFF2-40B4-BE49-F238E27FC236}">
                <a16:creationId xmlns:a16="http://schemas.microsoft.com/office/drawing/2014/main" id="{3A130308-5C54-3FC2-544E-8537E7E16674}"/>
              </a:ext>
            </a:extLst>
          </p:cNvPr>
          <p:cNvSpPr txBox="1">
            <a:spLocks/>
          </p:cNvSpPr>
          <p:nvPr/>
        </p:nvSpPr>
        <p:spPr>
          <a:xfrm>
            <a:off x="4052107" y="3109410"/>
            <a:ext cx="705936" cy="30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47.87%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E1E15-A179-EA4C-5035-372812F73342}"/>
                  </a:ext>
                </a:extLst>
              </p:cNvPr>
              <p:cNvSpPr txBox="1"/>
              <p:nvPr/>
            </p:nvSpPr>
            <p:spPr>
              <a:xfrm>
                <a:off x="5303520" y="2957048"/>
                <a:ext cx="2966902" cy="756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𝐵𝑢𝑟𝑛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č</m:t>
                          </m:r>
                          <m:r>
                            <m:rPr>
                              <m:sty m:val="p"/>
                            </m:rPr>
                            <a:rPr lang="sk-SK" b="0" i="1" smtClean="0">
                              <a:latin typeface="Cambria Math" panose="02040503050406030204" pitchFamily="18" charset="0"/>
                            </a:rPr>
                            <m:t>erpan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sk-SK" b="0" i="1" smtClean="0">
                              <a:latin typeface="Cambria Math" panose="02040503050406030204" pitchFamily="18" charset="0"/>
                            </a:rPr>
                            <m:t>body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sk-SK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m:rPr>
                              <m:sty m:val="p"/>
                            </m:rPr>
                            <a:rPr lang="sk-SK" b="0" i="1" smtClean="0">
                              <a:latin typeface="Cambria Math" panose="02040503050406030204" pitchFamily="18" charset="0"/>
                            </a:rPr>
                            <m:t>skan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sk-SK" b="0" i="1" smtClean="0">
                              <a:latin typeface="Cambria Math" panose="02040503050406030204" pitchFamily="18" charset="0"/>
                            </a:rPr>
                            <m:t>body</m:t>
                          </m:r>
                        </m:den>
                      </m:f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k-S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sk-SK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E1E15-A179-EA4C-5035-372812F73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2957048"/>
                <a:ext cx="2966902" cy="756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1075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30C5E3BA-255D-D5C7-5F4B-1B9B19BF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>
            <a:extLst>
              <a:ext uri="{FF2B5EF4-FFF2-40B4-BE49-F238E27FC236}">
                <a16:creationId xmlns:a16="http://schemas.microsoft.com/office/drawing/2014/main" id="{876361DE-8B3F-3379-6991-950D4805F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Hypotéza</a:t>
            </a:r>
            <a:r>
              <a:rPr lang="en" dirty="0"/>
              <a:t> C</a:t>
            </a:r>
            <a:endParaRPr dirty="0"/>
          </a:p>
        </p:txBody>
      </p:sp>
      <p:sp>
        <p:nvSpPr>
          <p:cNvPr id="319" name="Google Shape;319;p35">
            <a:extLst>
              <a:ext uri="{FF2B5EF4-FFF2-40B4-BE49-F238E27FC236}">
                <a16:creationId xmlns:a16="http://schemas.microsoft.com/office/drawing/2014/main" id="{24F1E447-7323-32C7-3719-E4DF5BE6E18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62895" y="1310919"/>
            <a:ext cx="6522159" cy="319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Newsletter </a:t>
            </a:r>
            <a:r>
              <a:rPr lang="en-GB" dirty="0" err="1"/>
              <a:t>ako</a:t>
            </a:r>
            <a:r>
              <a:rPr lang="en-GB" dirty="0"/>
              <a:t> </a:t>
            </a:r>
            <a:r>
              <a:rPr lang="en-GB" dirty="0" err="1"/>
              <a:t>samotný</a:t>
            </a:r>
            <a:r>
              <a:rPr lang="en-GB" dirty="0"/>
              <a:t> </a:t>
            </a:r>
            <a:r>
              <a:rPr lang="en-GB" dirty="0" err="1"/>
              <a:t>atribút</a:t>
            </a:r>
            <a:r>
              <a:rPr lang="en-GB" dirty="0"/>
              <a:t> </a:t>
            </a:r>
            <a:r>
              <a:rPr lang="en-GB" dirty="0" err="1"/>
              <a:t>nepotvrdzuje</a:t>
            </a:r>
            <a:r>
              <a:rPr lang="en-GB" dirty="0"/>
              <a:t> </a:t>
            </a:r>
            <a:r>
              <a:rPr lang="en-GB" dirty="0" err="1"/>
              <a:t>vyššiu</a:t>
            </a:r>
            <a:r>
              <a:rPr lang="en-GB" dirty="0"/>
              <a:t> </a:t>
            </a:r>
            <a:r>
              <a:rPr lang="en-GB" dirty="0" err="1"/>
              <a:t>frekvenciu</a:t>
            </a:r>
            <a:r>
              <a:rPr lang="en-GB" dirty="0"/>
              <a:t> </a:t>
            </a:r>
            <a:r>
              <a:rPr lang="en-GB" dirty="0" err="1"/>
              <a:t>nákupov</a:t>
            </a:r>
            <a:r>
              <a:rPr lang="en-GB" dirty="0"/>
              <a:t> so </a:t>
            </a:r>
            <a:r>
              <a:rPr lang="en-GB" dirty="0" err="1"/>
              <a:t>zľavou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newsletterovým</a:t>
            </a:r>
            <a:r>
              <a:rPr lang="en-GB" dirty="0"/>
              <a:t> </a:t>
            </a:r>
            <a:r>
              <a:rPr lang="en-GB" dirty="0" err="1"/>
              <a:t>súhlasom</a:t>
            </a:r>
            <a:r>
              <a:rPr lang="en-GB" dirty="0"/>
              <a:t> </a:t>
            </a:r>
            <a:r>
              <a:rPr lang="en-GB" dirty="0" err="1"/>
              <a:t>však</a:t>
            </a:r>
            <a:r>
              <a:rPr lang="en-GB" dirty="0"/>
              <a:t> </a:t>
            </a:r>
            <a:r>
              <a:rPr lang="en-GB" dirty="0" err="1"/>
              <a:t>vykazujú</a:t>
            </a:r>
            <a:r>
              <a:rPr lang="en-GB" dirty="0"/>
              <a:t> </a:t>
            </a:r>
            <a:r>
              <a:rPr lang="en-GB" dirty="0" err="1"/>
              <a:t>výrazne</a:t>
            </a:r>
            <a:r>
              <a:rPr lang="en-GB" dirty="0"/>
              <a:t> </a:t>
            </a:r>
            <a:r>
              <a:rPr lang="en-GB" dirty="0" err="1"/>
              <a:t>vyšší</a:t>
            </a:r>
            <a:r>
              <a:rPr lang="en-GB" dirty="0"/>
              <a:t> burn rate, </a:t>
            </a:r>
            <a:r>
              <a:rPr lang="en-GB" dirty="0" err="1"/>
              <a:t>čo</a:t>
            </a:r>
            <a:r>
              <a:rPr lang="en-GB" dirty="0"/>
              <a:t> </a:t>
            </a:r>
            <a:r>
              <a:rPr lang="en-GB" dirty="0" err="1"/>
              <a:t>naznačuje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aktívnejšie</a:t>
            </a:r>
            <a:r>
              <a:rPr lang="en-GB" dirty="0"/>
              <a:t> </a:t>
            </a:r>
            <a:r>
              <a:rPr lang="en-GB" dirty="0" err="1"/>
              <a:t>pracujú</a:t>
            </a:r>
            <a:r>
              <a:rPr lang="en-GB" dirty="0"/>
              <a:t> s </a:t>
            </a:r>
            <a:r>
              <a:rPr lang="en-GB" dirty="0" err="1"/>
              <a:t>vernostnými</a:t>
            </a:r>
            <a:r>
              <a:rPr lang="en-GB" dirty="0"/>
              <a:t> </a:t>
            </a:r>
            <a:r>
              <a:rPr lang="en-GB" dirty="0" err="1"/>
              <a:t>benefitmi</a:t>
            </a:r>
            <a:r>
              <a:rPr lang="en-GB" dirty="0"/>
              <a:t> a </a:t>
            </a:r>
            <a:r>
              <a:rPr lang="en-GB" dirty="0" err="1"/>
              <a:t>častejšie</a:t>
            </a:r>
            <a:r>
              <a:rPr lang="en-GB" dirty="0"/>
              <a:t> </a:t>
            </a:r>
            <a:r>
              <a:rPr lang="en-GB" dirty="0" err="1"/>
              <a:t>premieňajú</a:t>
            </a:r>
            <a:r>
              <a:rPr lang="en-GB" dirty="0"/>
              <a:t> </a:t>
            </a:r>
            <a:r>
              <a:rPr lang="en-GB" dirty="0" err="1"/>
              <a:t>získané</a:t>
            </a:r>
            <a:r>
              <a:rPr lang="en-GB" dirty="0"/>
              <a:t> body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čerpané</a:t>
            </a:r>
            <a:r>
              <a:rPr lang="en-GB" dirty="0"/>
              <a:t> body.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Spoločnosť</a:t>
            </a:r>
            <a:r>
              <a:rPr lang="en-GB" dirty="0"/>
              <a:t> by mala newsletter </a:t>
            </a:r>
            <a:r>
              <a:rPr lang="en-GB" dirty="0" err="1"/>
              <a:t>využívať</a:t>
            </a:r>
            <a:r>
              <a:rPr lang="en-GB" dirty="0"/>
              <a:t> </a:t>
            </a:r>
            <a:r>
              <a:rPr lang="en-GB" dirty="0" err="1"/>
              <a:t>najmä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podporu</a:t>
            </a:r>
            <a:r>
              <a:rPr lang="en-GB" dirty="0"/>
              <a:t> </a:t>
            </a:r>
            <a:r>
              <a:rPr lang="en-GB" dirty="0" err="1"/>
              <a:t>opakovaných</a:t>
            </a:r>
            <a:r>
              <a:rPr lang="en-GB" dirty="0"/>
              <a:t> </a:t>
            </a:r>
            <a:r>
              <a:rPr lang="en-GB" dirty="0" err="1"/>
              <a:t>nákupov</a:t>
            </a:r>
            <a:r>
              <a:rPr lang="en-GB" dirty="0"/>
              <a:t>, </a:t>
            </a:r>
            <a:r>
              <a:rPr lang="en-GB" dirty="0" err="1"/>
              <a:t>pripomínanie</a:t>
            </a:r>
            <a:r>
              <a:rPr lang="en-GB" dirty="0"/>
              <a:t> </a:t>
            </a:r>
            <a:r>
              <a:rPr lang="en-GB" dirty="0" err="1"/>
              <a:t>dostupných</a:t>
            </a:r>
            <a:r>
              <a:rPr lang="en-GB" dirty="0"/>
              <a:t> </a:t>
            </a:r>
            <a:r>
              <a:rPr lang="en-GB" dirty="0" err="1"/>
              <a:t>bodov</a:t>
            </a:r>
            <a:r>
              <a:rPr lang="en-GB" dirty="0"/>
              <a:t> a </a:t>
            </a:r>
            <a:r>
              <a:rPr lang="en-GB" dirty="0" err="1"/>
              <a:t>personalizované</a:t>
            </a:r>
            <a:r>
              <a:rPr lang="en-GB" dirty="0"/>
              <a:t> </a:t>
            </a:r>
            <a:r>
              <a:rPr lang="en-GB" dirty="0" err="1"/>
              <a:t>ponuky</a:t>
            </a:r>
            <a:r>
              <a:rPr lang="en-GB" dirty="0"/>
              <a:t> pre </a:t>
            </a:r>
            <a:r>
              <a:rPr lang="en-GB" dirty="0" err="1"/>
              <a:t>zákazníkov</a:t>
            </a:r>
            <a:r>
              <a:rPr lang="en-GB" dirty="0"/>
              <a:t> s </a:t>
            </a:r>
            <a:r>
              <a:rPr lang="en-GB" dirty="0" err="1"/>
              <a:t>nevyčerpanými</a:t>
            </a:r>
            <a:r>
              <a:rPr lang="en-GB" dirty="0"/>
              <a:t> </a:t>
            </a:r>
            <a:r>
              <a:rPr lang="en-GB" dirty="0" err="1"/>
              <a:t>benefitmi</a:t>
            </a:r>
            <a:r>
              <a:rPr lang="en-GB" dirty="0"/>
              <a:t>.</a:t>
            </a:r>
          </a:p>
          <a:p>
            <a:pPr marL="0" lvl="0" indent="0"/>
            <a:r>
              <a:rPr lang="en-GB" dirty="0" err="1"/>
              <a:t>Zákazníci</a:t>
            </a:r>
            <a:r>
              <a:rPr lang="en-GB" dirty="0"/>
              <a:t> s </a:t>
            </a:r>
            <a:r>
              <a:rPr lang="en-GB" dirty="0" err="1"/>
              <a:t>newsletterom</a:t>
            </a:r>
            <a:r>
              <a:rPr lang="en-GB" dirty="0"/>
              <a:t> </a:t>
            </a:r>
            <a:r>
              <a:rPr lang="en-GB" dirty="0" err="1"/>
              <a:t>sú</a:t>
            </a:r>
            <a:r>
              <a:rPr lang="en-GB" dirty="0"/>
              <a:t> </a:t>
            </a:r>
            <a:r>
              <a:rPr lang="en-GB" dirty="0" err="1"/>
              <a:t>zjavne</a:t>
            </a:r>
            <a:r>
              <a:rPr lang="en-GB" dirty="0"/>
              <a:t> </a:t>
            </a:r>
            <a:r>
              <a:rPr lang="en-GB" dirty="0" err="1"/>
              <a:t>ochotnejší</a:t>
            </a:r>
            <a:r>
              <a:rPr lang="en-GB" dirty="0"/>
              <a:t> </a:t>
            </a:r>
            <a:r>
              <a:rPr lang="en-GB" dirty="0" err="1"/>
              <a:t>pracovať</a:t>
            </a:r>
            <a:r>
              <a:rPr lang="en-GB" dirty="0"/>
              <a:t> s </a:t>
            </a:r>
            <a:r>
              <a:rPr lang="en-GB" dirty="0" err="1"/>
              <a:t>vernostným</a:t>
            </a:r>
            <a:r>
              <a:rPr lang="en-GB" dirty="0"/>
              <a:t> </a:t>
            </a:r>
            <a:r>
              <a:rPr lang="en-GB" dirty="0" err="1"/>
              <a:t>systémom</a:t>
            </a:r>
            <a:r>
              <a:rPr lang="en-GB" dirty="0"/>
              <a:t>, </a:t>
            </a:r>
            <a:r>
              <a:rPr lang="en-GB" dirty="0" err="1"/>
              <a:t>preto</a:t>
            </a:r>
            <a:r>
              <a:rPr lang="en-GB" dirty="0"/>
              <a:t> </a:t>
            </a:r>
            <a:r>
              <a:rPr lang="en-GB" dirty="0" err="1"/>
              <a:t>má</a:t>
            </a:r>
            <a:r>
              <a:rPr lang="en-GB" dirty="0"/>
              <a:t> </a:t>
            </a:r>
            <a:r>
              <a:rPr lang="en-GB" dirty="0" err="1"/>
              <a:t>zmysel</a:t>
            </a:r>
            <a:r>
              <a:rPr lang="en-GB" dirty="0"/>
              <a:t> </a:t>
            </a:r>
            <a:r>
              <a:rPr lang="en-GB" dirty="0" err="1"/>
              <a:t>cieliť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nich</a:t>
            </a:r>
            <a:r>
              <a:rPr lang="en-GB" dirty="0"/>
              <a:t> </a:t>
            </a:r>
            <a:r>
              <a:rPr lang="en-GB" dirty="0" err="1"/>
              <a:t>relevantnými</a:t>
            </a:r>
            <a:r>
              <a:rPr lang="en-GB" dirty="0"/>
              <a:t> </a:t>
            </a:r>
            <a:r>
              <a:rPr lang="en-GB" dirty="0" err="1"/>
              <a:t>kampaňami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794113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3727A93A-9503-0C44-F439-D11AF99B4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E6C2685A-7DF5-3E13-A4E2-726FF67B0E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12E69739-C5BA-DFDF-C954-012F3E7E5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4" y="2244562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Hypotéza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D78572E7-F21E-362E-F661-7F7939F7BB5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425108" y="2259838"/>
            <a:ext cx="724325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419B9539-EB54-1B9D-A0AF-1B37FEFAEA98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24B07D73-83E9-31C8-843F-85CAC2B7861A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9FBC04A0-F01C-6D91-3A13-F76CD8159E23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8387372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F714D53B-8DE8-FD69-BEA8-21DA1214C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>
            <a:extLst>
              <a:ext uri="{FF2B5EF4-FFF2-40B4-BE49-F238E27FC236}">
                <a16:creationId xmlns:a16="http://schemas.microsoft.com/office/drawing/2014/main" id="{6D7D8D96-0FAD-E8EF-0757-59538855EB4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78981" y="1221975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Metodika</a:t>
            </a:r>
            <a:endParaRPr dirty="0"/>
          </a:p>
        </p:txBody>
      </p:sp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772A5C80-76C8-0335-0626-A0AA2A3D29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k-SK" sz="1600" dirty="0"/>
              <a:t>Existujú regionálne rozdiely v používaní zliav?</a:t>
            </a:r>
            <a:endParaRPr sz="1600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15256E50-DF5A-5F7E-4C03-DB3B1605AA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78981" y="1808399"/>
            <a:ext cx="3399259" cy="184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Regionálna</a:t>
            </a:r>
            <a:r>
              <a:rPr lang="en-GB" dirty="0"/>
              <a:t> </a:t>
            </a:r>
            <a:r>
              <a:rPr lang="en-GB" dirty="0" err="1"/>
              <a:t>analýza</a:t>
            </a:r>
            <a:r>
              <a:rPr lang="en-GB" dirty="0"/>
              <a:t> bola </a:t>
            </a:r>
            <a:r>
              <a:rPr lang="en-GB" dirty="0" err="1"/>
              <a:t>spracovaná</a:t>
            </a:r>
            <a:r>
              <a:rPr lang="en-GB" dirty="0"/>
              <a:t> </a:t>
            </a:r>
            <a:r>
              <a:rPr lang="en-GB" dirty="0" err="1"/>
              <a:t>podľa</a:t>
            </a:r>
            <a:r>
              <a:rPr lang="en-GB" dirty="0"/>
              <a:t> </a:t>
            </a:r>
            <a:r>
              <a:rPr lang="en-GB" dirty="0" err="1"/>
              <a:t>mesta</a:t>
            </a:r>
            <a:r>
              <a:rPr lang="en-GB" dirty="0"/>
              <a:t> </a:t>
            </a:r>
            <a:r>
              <a:rPr lang="en-GB" dirty="0" err="1"/>
              <a:t>bydliska</a:t>
            </a:r>
            <a:r>
              <a:rPr lang="en-GB" dirty="0"/>
              <a:t> </a:t>
            </a:r>
            <a:r>
              <a:rPr lang="en-GB" dirty="0" err="1"/>
              <a:t>zákazníka</a:t>
            </a:r>
            <a:r>
              <a:rPr lang="en-GB" dirty="0"/>
              <a:t>. Do </a:t>
            </a:r>
            <a:r>
              <a:rPr lang="en-GB" dirty="0" err="1"/>
              <a:t>porovnania</a:t>
            </a:r>
            <a:r>
              <a:rPr lang="en-GB" dirty="0"/>
              <a:t> </a:t>
            </a:r>
            <a:r>
              <a:rPr lang="en-GB" dirty="0" err="1"/>
              <a:t>boli</a:t>
            </a:r>
            <a:r>
              <a:rPr lang="en-GB" dirty="0"/>
              <a:t> </a:t>
            </a:r>
            <a:r>
              <a:rPr lang="en-GB" dirty="0" err="1"/>
              <a:t>zaradené</a:t>
            </a:r>
            <a:r>
              <a:rPr lang="en-GB" dirty="0"/>
              <a:t> </a:t>
            </a:r>
            <a:r>
              <a:rPr lang="en-GB" dirty="0" err="1"/>
              <a:t>iba</a:t>
            </a:r>
            <a:r>
              <a:rPr lang="en-GB" dirty="0"/>
              <a:t> </a:t>
            </a:r>
            <a:r>
              <a:rPr lang="en-GB" dirty="0" err="1"/>
              <a:t>mestá</a:t>
            </a:r>
            <a:r>
              <a:rPr lang="en-GB" dirty="0"/>
              <a:t> s </a:t>
            </a:r>
            <a:r>
              <a:rPr lang="en-GB" dirty="0" err="1"/>
              <a:t>aspoň</a:t>
            </a:r>
            <a:r>
              <a:rPr lang="en-GB" dirty="0"/>
              <a:t> 100 </a:t>
            </a:r>
            <a:r>
              <a:rPr lang="en-GB" dirty="0" err="1"/>
              <a:t>zákazníkmi</a:t>
            </a:r>
            <a:r>
              <a:rPr lang="en-GB" dirty="0"/>
              <a:t>, aby </a:t>
            </a:r>
            <a:r>
              <a:rPr lang="en-GB" dirty="0" err="1"/>
              <a:t>výsledky</a:t>
            </a:r>
            <a:r>
              <a:rPr lang="en-GB" dirty="0"/>
              <a:t> </a:t>
            </a:r>
            <a:r>
              <a:rPr lang="en-GB" dirty="0" err="1"/>
              <a:t>neboli</a:t>
            </a:r>
            <a:r>
              <a:rPr lang="en-GB" dirty="0"/>
              <a:t> </a:t>
            </a:r>
            <a:r>
              <a:rPr lang="en-GB" dirty="0" err="1"/>
              <a:t>skreslené</a:t>
            </a:r>
            <a:r>
              <a:rPr lang="en-GB" dirty="0"/>
              <a:t> </a:t>
            </a:r>
            <a:r>
              <a:rPr lang="en-GB" dirty="0" err="1"/>
              <a:t>veľmi</a:t>
            </a:r>
            <a:r>
              <a:rPr lang="en-GB" dirty="0"/>
              <a:t> </a:t>
            </a:r>
            <a:r>
              <a:rPr lang="en-GB" dirty="0" err="1"/>
              <a:t>malými</a:t>
            </a:r>
            <a:r>
              <a:rPr lang="en-GB" dirty="0"/>
              <a:t> </a:t>
            </a:r>
            <a:r>
              <a:rPr lang="en-GB" dirty="0" err="1"/>
              <a:t>skupinami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Mestá</a:t>
            </a:r>
            <a:r>
              <a:rPr lang="en-GB" dirty="0"/>
              <a:t> </a:t>
            </a:r>
            <a:r>
              <a:rPr lang="en-GB" dirty="0" err="1"/>
              <a:t>boli</a:t>
            </a:r>
            <a:r>
              <a:rPr lang="en-GB" dirty="0"/>
              <a:t> </a:t>
            </a:r>
            <a:r>
              <a:rPr lang="en-GB" dirty="0" err="1"/>
              <a:t>následne</a:t>
            </a:r>
            <a:r>
              <a:rPr lang="en-GB" dirty="0"/>
              <a:t> </a:t>
            </a:r>
            <a:r>
              <a:rPr lang="en-GB" dirty="0" err="1"/>
              <a:t>zoradené</a:t>
            </a:r>
            <a:r>
              <a:rPr lang="en-GB" dirty="0"/>
              <a:t> </a:t>
            </a:r>
            <a:r>
              <a:rPr lang="en-GB" dirty="0" err="1"/>
              <a:t>podľa</a:t>
            </a:r>
            <a:r>
              <a:rPr lang="en-GB" dirty="0"/>
              <a:t> </a:t>
            </a:r>
            <a:r>
              <a:rPr lang="en-GB" dirty="0" err="1"/>
              <a:t>segmentovej</a:t>
            </a:r>
            <a:r>
              <a:rPr lang="en-GB" dirty="0"/>
              <a:t> </a:t>
            </a:r>
            <a:r>
              <a:rPr lang="en-GB" dirty="0" err="1"/>
              <a:t>miery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, </a:t>
            </a:r>
            <a:r>
              <a:rPr lang="en-GB" dirty="0" err="1"/>
              <a:t>teda</a:t>
            </a:r>
            <a:r>
              <a:rPr lang="en-GB" dirty="0"/>
              <a:t> </a:t>
            </a:r>
            <a:r>
              <a:rPr lang="en-GB" dirty="0" err="1"/>
              <a:t>podľa</a:t>
            </a:r>
            <a:r>
              <a:rPr lang="en-GB" dirty="0"/>
              <a:t> </a:t>
            </a:r>
            <a:r>
              <a:rPr lang="en-GB" dirty="0" err="1"/>
              <a:t>podielu</a:t>
            </a:r>
            <a:r>
              <a:rPr lang="en-GB" dirty="0"/>
              <a:t> </a:t>
            </a:r>
            <a:r>
              <a:rPr lang="en-GB" dirty="0" err="1"/>
              <a:t>celkovej</a:t>
            </a:r>
            <a:r>
              <a:rPr lang="en-GB" dirty="0"/>
              <a:t> </a:t>
            </a:r>
            <a:r>
              <a:rPr lang="en-GB" dirty="0" err="1"/>
              <a:t>hodnoty</a:t>
            </a:r>
            <a:r>
              <a:rPr lang="en-GB" dirty="0"/>
              <a:t> </a:t>
            </a:r>
            <a:r>
              <a:rPr lang="en-GB" dirty="0" err="1"/>
              <a:t>zliav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celkovej</a:t>
            </a:r>
            <a:r>
              <a:rPr lang="en-GB" dirty="0"/>
              <a:t> </a:t>
            </a:r>
            <a:r>
              <a:rPr lang="en-GB" dirty="0" err="1"/>
              <a:t>tržbe</a:t>
            </a:r>
            <a:r>
              <a:rPr lang="en-GB" dirty="0"/>
              <a:t>.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1F680C-E680-58CA-45F7-A9D2858335C5}"/>
              </a:ext>
            </a:extLst>
          </p:cNvPr>
          <p:cNvGrpSpPr>
            <a:grpSpLocks noChangeAspect="1"/>
          </p:cNvGrpSpPr>
          <p:nvPr/>
        </p:nvGrpSpPr>
        <p:grpSpPr>
          <a:xfrm>
            <a:off x="429054" y="1671675"/>
            <a:ext cx="4465532" cy="2095219"/>
            <a:chOff x="5172075" y="2592388"/>
            <a:chExt cx="6648450" cy="3119437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6F14964E-B2D1-124C-7AA5-C2D8A9C4C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3088" y="2592388"/>
              <a:ext cx="1985963" cy="1439862"/>
            </a:xfrm>
            <a:custGeom>
              <a:avLst/>
              <a:gdLst>
                <a:gd name="T0" fmla="*/ 622401565 w 522"/>
                <a:gd name="T1" fmla="*/ 2147483646 h 378"/>
                <a:gd name="T2" fmla="*/ 1027682589 w 522"/>
                <a:gd name="T3" fmla="*/ 2147483646 h 378"/>
                <a:gd name="T4" fmla="*/ 1129004747 w 522"/>
                <a:gd name="T5" fmla="*/ 2147483646 h 378"/>
                <a:gd name="T6" fmla="*/ 723719919 w 522"/>
                <a:gd name="T7" fmla="*/ 2147483646 h 378"/>
                <a:gd name="T8" fmla="*/ 578976696 w 522"/>
                <a:gd name="T9" fmla="*/ 2147483646 h 378"/>
                <a:gd name="T10" fmla="*/ 1071107458 w 522"/>
                <a:gd name="T11" fmla="*/ 2147483646 h 378"/>
                <a:gd name="T12" fmla="*/ 1215850681 w 522"/>
                <a:gd name="T13" fmla="*/ 2147483646 h 378"/>
                <a:gd name="T14" fmla="*/ 1606659285 w 522"/>
                <a:gd name="T15" fmla="*/ 2147483646 h 378"/>
                <a:gd name="T16" fmla="*/ 1577710641 w 522"/>
                <a:gd name="T17" fmla="*/ 2147483646 h 378"/>
                <a:gd name="T18" fmla="*/ 1954046825 w 522"/>
                <a:gd name="T19" fmla="*/ 2147483646 h 378"/>
                <a:gd name="T20" fmla="*/ 2147483646 w 522"/>
                <a:gd name="T21" fmla="*/ 2147483646 h 378"/>
                <a:gd name="T22" fmla="*/ 2147483646 w 522"/>
                <a:gd name="T23" fmla="*/ 2147483646 h 378"/>
                <a:gd name="T24" fmla="*/ 2147483646 w 522"/>
                <a:gd name="T25" fmla="*/ 2147483646 h 378"/>
                <a:gd name="T26" fmla="*/ 2147483646 w 522"/>
                <a:gd name="T27" fmla="*/ 2147483646 h 378"/>
                <a:gd name="T28" fmla="*/ 2147483646 w 522"/>
                <a:gd name="T29" fmla="*/ 2147483646 h 378"/>
                <a:gd name="T30" fmla="*/ 2147483646 w 522"/>
                <a:gd name="T31" fmla="*/ 2147483646 h 378"/>
                <a:gd name="T32" fmla="*/ 2147483646 w 522"/>
                <a:gd name="T33" fmla="*/ 2147483646 h 378"/>
                <a:gd name="T34" fmla="*/ 2147483646 w 522"/>
                <a:gd name="T35" fmla="*/ 2147483646 h 378"/>
                <a:gd name="T36" fmla="*/ 2147483646 w 522"/>
                <a:gd name="T37" fmla="*/ 2147483646 h 378"/>
                <a:gd name="T38" fmla="*/ 2147483646 w 522"/>
                <a:gd name="T39" fmla="*/ 2147483646 h 378"/>
                <a:gd name="T40" fmla="*/ 2147483646 w 522"/>
                <a:gd name="T41" fmla="*/ 2147483646 h 378"/>
                <a:gd name="T42" fmla="*/ 2147483646 w 522"/>
                <a:gd name="T43" fmla="*/ 2147483646 h 378"/>
                <a:gd name="T44" fmla="*/ 2147483646 w 522"/>
                <a:gd name="T45" fmla="*/ 2147483646 h 378"/>
                <a:gd name="T46" fmla="*/ 2147483646 w 522"/>
                <a:gd name="T47" fmla="*/ 2147483646 h 378"/>
                <a:gd name="T48" fmla="*/ 2147483646 w 522"/>
                <a:gd name="T49" fmla="*/ 2147483646 h 378"/>
                <a:gd name="T50" fmla="*/ 2147483646 w 522"/>
                <a:gd name="T51" fmla="*/ 2147483646 h 378"/>
                <a:gd name="T52" fmla="*/ 2147483646 w 522"/>
                <a:gd name="T53" fmla="*/ 2147483646 h 378"/>
                <a:gd name="T54" fmla="*/ 2147483646 w 522"/>
                <a:gd name="T55" fmla="*/ 2074886852 h 378"/>
                <a:gd name="T56" fmla="*/ 2147483646 w 522"/>
                <a:gd name="T57" fmla="*/ 1799202798 h 378"/>
                <a:gd name="T58" fmla="*/ 2147483646 w 522"/>
                <a:gd name="T59" fmla="*/ 1436460421 h 378"/>
                <a:gd name="T60" fmla="*/ 2147483646 w 522"/>
                <a:gd name="T61" fmla="*/ 1305871033 h 378"/>
                <a:gd name="T62" fmla="*/ 2147483646 w 522"/>
                <a:gd name="T63" fmla="*/ 1276852861 h 378"/>
                <a:gd name="T64" fmla="*/ 2147483646 w 522"/>
                <a:gd name="T65" fmla="*/ 986659722 h 378"/>
                <a:gd name="T66" fmla="*/ 2147483646 w 522"/>
                <a:gd name="T67" fmla="*/ 914110485 h 378"/>
                <a:gd name="T68" fmla="*/ 2147483646 w 522"/>
                <a:gd name="T69" fmla="*/ 319211311 h 378"/>
                <a:gd name="T70" fmla="*/ 2147483646 w 522"/>
                <a:gd name="T71" fmla="*/ 0 h 378"/>
                <a:gd name="T72" fmla="*/ 2147483646 w 522"/>
                <a:gd name="T73" fmla="*/ 377251462 h 378"/>
                <a:gd name="T74" fmla="*/ 2147483646 w 522"/>
                <a:gd name="T75" fmla="*/ 406269634 h 378"/>
                <a:gd name="T76" fmla="*/ 2147483646 w 522"/>
                <a:gd name="T77" fmla="*/ 638426431 h 378"/>
                <a:gd name="T78" fmla="*/ 2147483646 w 522"/>
                <a:gd name="T79" fmla="*/ 899601399 h 378"/>
                <a:gd name="T80" fmla="*/ 2147483646 w 522"/>
                <a:gd name="T81" fmla="*/ 1146267282 h 378"/>
                <a:gd name="T82" fmla="*/ 2147483646 w 522"/>
                <a:gd name="T83" fmla="*/ 1160776367 h 378"/>
                <a:gd name="T84" fmla="*/ 2147483646 w 522"/>
                <a:gd name="T85" fmla="*/ 1175285453 h 378"/>
                <a:gd name="T86" fmla="*/ 2147483646 w 522"/>
                <a:gd name="T87" fmla="*/ 1160776367 h 378"/>
                <a:gd name="T88" fmla="*/ 2147483646 w 522"/>
                <a:gd name="T89" fmla="*/ 1247834690 h 378"/>
                <a:gd name="T90" fmla="*/ 2147483646 w 522"/>
                <a:gd name="T91" fmla="*/ 1204303624 h 378"/>
                <a:gd name="T92" fmla="*/ 2147483646 w 522"/>
                <a:gd name="T93" fmla="*/ 841561247 h 378"/>
                <a:gd name="T94" fmla="*/ 2147483646 w 522"/>
                <a:gd name="T95" fmla="*/ 580386279 h 378"/>
                <a:gd name="T96" fmla="*/ 2147483646 w 522"/>
                <a:gd name="T97" fmla="*/ 493327956 h 378"/>
                <a:gd name="T98" fmla="*/ 1751406312 w 522"/>
                <a:gd name="T99" fmla="*/ 623917345 h 378"/>
                <a:gd name="T100" fmla="*/ 853990722 w 522"/>
                <a:gd name="T101" fmla="*/ 783524905 h 378"/>
                <a:gd name="T102" fmla="*/ 260537801 w 522"/>
                <a:gd name="T103" fmla="*/ 1436460421 h 37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22" h="378">
                  <a:moveTo>
                    <a:pt x="28" y="153"/>
                  </a:moveTo>
                  <a:cubicBezTo>
                    <a:pt x="31" y="157"/>
                    <a:pt x="34" y="161"/>
                    <a:pt x="36" y="166"/>
                  </a:cubicBezTo>
                  <a:cubicBezTo>
                    <a:pt x="38" y="171"/>
                    <a:pt x="39" y="176"/>
                    <a:pt x="43" y="181"/>
                  </a:cubicBezTo>
                  <a:cubicBezTo>
                    <a:pt x="46" y="184"/>
                    <a:pt x="49" y="187"/>
                    <a:pt x="53" y="190"/>
                  </a:cubicBezTo>
                  <a:cubicBezTo>
                    <a:pt x="57" y="192"/>
                    <a:pt x="62" y="193"/>
                    <a:pt x="66" y="196"/>
                  </a:cubicBezTo>
                  <a:cubicBezTo>
                    <a:pt x="69" y="198"/>
                    <a:pt x="68" y="200"/>
                    <a:pt x="71" y="204"/>
                  </a:cubicBezTo>
                  <a:cubicBezTo>
                    <a:pt x="73" y="207"/>
                    <a:pt x="72" y="207"/>
                    <a:pt x="71" y="211"/>
                  </a:cubicBezTo>
                  <a:cubicBezTo>
                    <a:pt x="67" y="218"/>
                    <a:pt x="67" y="222"/>
                    <a:pt x="72" y="228"/>
                  </a:cubicBezTo>
                  <a:cubicBezTo>
                    <a:pt x="75" y="231"/>
                    <a:pt x="77" y="233"/>
                    <a:pt x="78" y="237"/>
                  </a:cubicBezTo>
                  <a:cubicBezTo>
                    <a:pt x="78" y="242"/>
                    <a:pt x="79" y="248"/>
                    <a:pt x="78" y="252"/>
                  </a:cubicBezTo>
                  <a:cubicBezTo>
                    <a:pt x="76" y="260"/>
                    <a:pt x="66" y="265"/>
                    <a:pt x="58" y="266"/>
                  </a:cubicBezTo>
                  <a:cubicBezTo>
                    <a:pt x="54" y="267"/>
                    <a:pt x="52" y="267"/>
                    <a:pt x="50" y="272"/>
                  </a:cubicBezTo>
                  <a:cubicBezTo>
                    <a:pt x="48" y="276"/>
                    <a:pt x="48" y="277"/>
                    <a:pt x="44" y="277"/>
                  </a:cubicBezTo>
                  <a:cubicBezTo>
                    <a:pt x="42" y="278"/>
                    <a:pt x="39" y="277"/>
                    <a:pt x="37" y="279"/>
                  </a:cubicBezTo>
                  <a:cubicBezTo>
                    <a:pt x="36" y="282"/>
                    <a:pt x="38" y="284"/>
                    <a:pt x="40" y="285"/>
                  </a:cubicBezTo>
                  <a:cubicBezTo>
                    <a:pt x="45" y="288"/>
                    <a:pt x="56" y="288"/>
                    <a:pt x="62" y="286"/>
                  </a:cubicBezTo>
                  <a:cubicBezTo>
                    <a:pt x="66" y="285"/>
                    <a:pt x="66" y="283"/>
                    <a:pt x="67" y="279"/>
                  </a:cubicBezTo>
                  <a:cubicBezTo>
                    <a:pt x="67" y="275"/>
                    <a:pt x="70" y="271"/>
                    <a:pt x="74" y="274"/>
                  </a:cubicBezTo>
                  <a:cubicBezTo>
                    <a:pt x="75" y="276"/>
                    <a:pt x="74" y="278"/>
                    <a:pt x="74" y="280"/>
                  </a:cubicBezTo>
                  <a:cubicBezTo>
                    <a:pt x="75" y="280"/>
                    <a:pt x="75" y="280"/>
                    <a:pt x="75" y="280"/>
                  </a:cubicBezTo>
                  <a:cubicBezTo>
                    <a:pt x="78" y="281"/>
                    <a:pt x="81" y="277"/>
                    <a:pt x="84" y="277"/>
                  </a:cubicBezTo>
                  <a:cubicBezTo>
                    <a:pt x="88" y="277"/>
                    <a:pt x="91" y="281"/>
                    <a:pt x="93" y="282"/>
                  </a:cubicBezTo>
                  <a:cubicBezTo>
                    <a:pt x="98" y="285"/>
                    <a:pt x="104" y="281"/>
                    <a:pt x="109" y="283"/>
                  </a:cubicBezTo>
                  <a:cubicBezTo>
                    <a:pt x="117" y="287"/>
                    <a:pt x="113" y="291"/>
                    <a:pt x="111" y="296"/>
                  </a:cubicBezTo>
                  <a:cubicBezTo>
                    <a:pt x="110" y="300"/>
                    <a:pt x="110" y="305"/>
                    <a:pt x="111" y="308"/>
                  </a:cubicBezTo>
                  <a:cubicBezTo>
                    <a:pt x="112" y="312"/>
                    <a:pt x="113" y="311"/>
                    <a:pt x="111" y="315"/>
                  </a:cubicBezTo>
                  <a:cubicBezTo>
                    <a:pt x="109" y="319"/>
                    <a:pt x="106" y="327"/>
                    <a:pt x="109" y="331"/>
                  </a:cubicBezTo>
                  <a:cubicBezTo>
                    <a:pt x="111" y="334"/>
                    <a:pt x="117" y="335"/>
                    <a:pt x="119" y="336"/>
                  </a:cubicBezTo>
                  <a:cubicBezTo>
                    <a:pt x="122" y="338"/>
                    <a:pt x="126" y="341"/>
                    <a:pt x="128" y="343"/>
                  </a:cubicBezTo>
                  <a:cubicBezTo>
                    <a:pt x="132" y="349"/>
                    <a:pt x="130" y="357"/>
                    <a:pt x="135" y="362"/>
                  </a:cubicBezTo>
                  <a:cubicBezTo>
                    <a:pt x="138" y="364"/>
                    <a:pt x="149" y="368"/>
                    <a:pt x="149" y="371"/>
                  </a:cubicBezTo>
                  <a:cubicBezTo>
                    <a:pt x="157" y="368"/>
                    <a:pt x="159" y="358"/>
                    <a:pt x="166" y="368"/>
                  </a:cubicBezTo>
                  <a:cubicBezTo>
                    <a:pt x="171" y="374"/>
                    <a:pt x="174" y="378"/>
                    <a:pt x="183" y="376"/>
                  </a:cubicBezTo>
                  <a:cubicBezTo>
                    <a:pt x="188" y="374"/>
                    <a:pt x="200" y="372"/>
                    <a:pt x="202" y="368"/>
                  </a:cubicBezTo>
                  <a:cubicBezTo>
                    <a:pt x="206" y="358"/>
                    <a:pt x="195" y="353"/>
                    <a:pt x="196" y="346"/>
                  </a:cubicBezTo>
                  <a:cubicBezTo>
                    <a:pt x="196" y="343"/>
                    <a:pt x="201" y="341"/>
                    <a:pt x="201" y="339"/>
                  </a:cubicBezTo>
                  <a:cubicBezTo>
                    <a:pt x="200" y="336"/>
                    <a:pt x="195" y="336"/>
                    <a:pt x="197" y="331"/>
                  </a:cubicBezTo>
                  <a:cubicBezTo>
                    <a:pt x="198" y="327"/>
                    <a:pt x="205" y="321"/>
                    <a:pt x="209" y="318"/>
                  </a:cubicBezTo>
                  <a:cubicBezTo>
                    <a:pt x="214" y="313"/>
                    <a:pt x="220" y="317"/>
                    <a:pt x="227" y="317"/>
                  </a:cubicBezTo>
                  <a:cubicBezTo>
                    <a:pt x="236" y="317"/>
                    <a:pt x="245" y="315"/>
                    <a:pt x="254" y="312"/>
                  </a:cubicBezTo>
                  <a:cubicBezTo>
                    <a:pt x="259" y="310"/>
                    <a:pt x="269" y="306"/>
                    <a:pt x="274" y="312"/>
                  </a:cubicBezTo>
                  <a:cubicBezTo>
                    <a:pt x="278" y="316"/>
                    <a:pt x="270" y="324"/>
                    <a:pt x="280" y="325"/>
                  </a:cubicBezTo>
                  <a:cubicBezTo>
                    <a:pt x="284" y="325"/>
                    <a:pt x="291" y="323"/>
                    <a:pt x="294" y="321"/>
                  </a:cubicBezTo>
                  <a:cubicBezTo>
                    <a:pt x="296" y="319"/>
                    <a:pt x="297" y="317"/>
                    <a:pt x="298" y="315"/>
                  </a:cubicBezTo>
                  <a:cubicBezTo>
                    <a:pt x="299" y="310"/>
                    <a:pt x="302" y="308"/>
                    <a:pt x="307" y="305"/>
                  </a:cubicBezTo>
                  <a:cubicBezTo>
                    <a:pt x="314" y="302"/>
                    <a:pt x="318" y="297"/>
                    <a:pt x="327" y="296"/>
                  </a:cubicBezTo>
                  <a:cubicBezTo>
                    <a:pt x="329" y="296"/>
                    <a:pt x="332" y="296"/>
                    <a:pt x="334" y="296"/>
                  </a:cubicBezTo>
                  <a:cubicBezTo>
                    <a:pt x="339" y="295"/>
                    <a:pt x="344" y="292"/>
                    <a:pt x="349" y="291"/>
                  </a:cubicBezTo>
                  <a:cubicBezTo>
                    <a:pt x="359" y="290"/>
                    <a:pt x="369" y="288"/>
                    <a:pt x="379" y="288"/>
                  </a:cubicBezTo>
                  <a:cubicBezTo>
                    <a:pt x="384" y="288"/>
                    <a:pt x="389" y="288"/>
                    <a:pt x="393" y="291"/>
                  </a:cubicBezTo>
                  <a:cubicBezTo>
                    <a:pt x="397" y="295"/>
                    <a:pt x="398" y="298"/>
                    <a:pt x="404" y="298"/>
                  </a:cubicBezTo>
                  <a:cubicBezTo>
                    <a:pt x="408" y="298"/>
                    <a:pt x="409" y="297"/>
                    <a:pt x="413" y="300"/>
                  </a:cubicBezTo>
                  <a:cubicBezTo>
                    <a:pt x="416" y="303"/>
                    <a:pt x="419" y="307"/>
                    <a:pt x="423" y="308"/>
                  </a:cubicBezTo>
                  <a:cubicBezTo>
                    <a:pt x="431" y="308"/>
                    <a:pt x="436" y="300"/>
                    <a:pt x="444" y="300"/>
                  </a:cubicBezTo>
                  <a:cubicBezTo>
                    <a:pt x="447" y="299"/>
                    <a:pt x="448" y="301"/>
                    <a:pt x="451" y="303"/>
                  </a:cubicBezTo>
                  <a:cubicBezTo>
                    <a:pt x="454" y="304"/>
                    <a:pt x="457" y="304"/>
                    <a:pt x="461" y="304"/>
                  </a:cubicBezTo>
                  <a:cubicBezTo>
                    <a:pt x="468" y="303"/>
                    <a:pt x="476" y="307"/>
                    <a:pt x="483" y="306"/>
                  </a:cubicBezTo>
                  <a:cubicBezTo>
                    <a:pt x="486" y="306"/>
                    <a:pt x="495" y="307"/>
                    <a:pt x="495" y="303"/>
                  </a:cubicBezTo>
                  <a:cubicBezTo>
                    <a:pt x="495" y="302"/>
                    <a:pt x="495" y="302"/>
                    <a:pt x="495" y="302"/>
                  </a:cubicBezTo>
                  <a:cubicBezTo>
                    <a:pt x="502" y="304"/>
                    <a:pt x="504" y="310"/>
                    <a:pt x="511" y="305"/>
                  </a:cubicBezTo>
                  <a:cubicBezTo>
                    <a:pt x="515" y="303"/>
                    <a:pt x="522" y="299"/>
                    <a:pt x="518" y="295"/>
                  </a:cubicBezTo>
                  <a:cubicBezTo>
                    <a:pt x="515" y="293"/>
                    <a:pt x="512" y="294"/>
                    <a:pt x="510" y="291"/>
                  </a:cubicBezTo>
                  <a:cubicBezTo>
                    <a:pt x="508" y="289"/>
                    <a:pt x="509" y="285"/>
                    <a:pt x="508" y="283"/>
                  </a:cubicBezTo>
                  <a:cubicBezTo>
                    <a:pt x="506" y="279"/>
                    <a:pt x="502" y="273"/>
                    <a:pt x="500" y="270"/>
                  </a:cubicBezTo>
                  <a:cubicBezTo>
                    <a:pt x="496" y="267"/>
                    <a:pt x="494" y="263"/>
                    <a:pt x="491" y="259"/>
                  </a:cubicBezTo>
                  <a:cubicBezTo>
                    <a:pt x="496" y="257"/>
                    <a:pt x="503" y="258"/>
                    <a:pt x="506" y="253"/>
                  </a:cubicBezTo>
                  <a:cubicBezTo>
                    <a:pt x="508" y="250"/>
                    <a:pt x="508" y="246"/>
                    <a:pt x="508" y="243"/>
                  </a:cubicBezTo>
                  <a:cubicBezTo>
                    <a:pt x="508" y="239"/>
                    <a:pt x="507" y="234"/>
                    <a:pt x="508" y="230"/>
                  </a:cubicBezTo>
                  <a:cubicBezTo>
                    <a:pt x="509" y="227"/>
                    <a:pt x="510" y="220"/>
                    <a:pt x="510" y="217"/>
                  </a:cubicBezTo>
                  <a:cubicBezTo>
                    <a:pt x="510" y="212"/>
                    <a:pt x="508" y="213"/>
                    <a:pt x="503" y="213"/>
                  </a:cubicBezTo>
                  <a:cubicBezTo>
                    <a:pt x="499" y="212"/>
                    <a:pt x="493" y="212"/>
                    <a:pt x="489" y="210"/>
                  </a:cubicBezTo>
                  <a:cubicBezTo>
                    <a:pt x="486" y="207"/>
                    <a:pt x="485" y="202"/>
                    <a:pt x="481" y="201"/>
                  </a:cubicBezTo>
                  <a:cubicBezTo>
                    <a:pt x="477" y="200"/>
                    <a:pt x="475" y="206"/>
                    <a:pt x="471" y="206"/>
                  </a:cubicBezTo>
                  <a:cubicBezTo>
                    <a:pt x="468" y="203"/>
                    <a:pt x="469" y="195"/>
                    <a:pt x="469" y="191"/>
                  </a:cubicBezTo>
                  <a:cubicBezTo>
                    <a:pt x="468" y="184"/>
                    <a:pt x="463" y="180"/>
                    <a:pt x="462" y="173"/>
                  </a:cubicBezTo>
                  <a:cubicBezTo>
                    <a:pt x="457" y="176"/>
                    <a:pt x="456" y="177"/>
                    <a:pt x="452" y="180"/>
                  </a:cubicBezTo>
                  <a:cubicBezTo>
                    <a:pt x="450" y="178"/>
                    <a:pt x="444" y="177"/>
                    <a:pt x="441" y="176"/>
                  </a:cubicBezTo>
                  <a:cubicBezTo>
                    <a:pt x="440" y="177"/>
                    <a:pt x="438" y="178"/>
                    <a:pt x="436" y="179"/>
                  </a:cubicBezTo>
                  <a:cubicBezTo>
                    <a:pt x="435" y="176"/>
                    <a:pt x="431" y="175"/>
                    <a:pt x="429" y="175"/>
                  </a:cubicBezTo>
                  <a:cubicBezTo>
                    <a:pt x="428" y="172"/>
                    <a:pt x="428" y="172"/>
                    <a:pt x="428" y="172"/>
                  </a:cubicBezTo>
                  <a:cubicBezTo>
                    <a:pt x="430" y="167"/>
                    <a:pt x="429" y="162"/>
                    <a:pt x="433" y="158"/>
                  </a:cubicBezTo>
                  <a:cubicBezTo>
                    <a:pt x="435" y="155"/>
                    <a:pt x="436" y="154"/>
                    <a:pt x="436" y="150"/>
                  </a:cubicBezTo>
                  <a:cubicBezTo>
                    <a:pt x="438" y="148"/>
                    <a:pt x="441" y="145"/>
                    <a:pt x="444" y="145"/>
                  </a:cubicBezTo>
                  <a:cubicBezTo>
                    <a:pt x="446" y="143"/>
                    <a:pt x="446" y="143"/>
                    <a:pt x="446" y="143"/>
                  </a:cubicBezTo>
                  <a:cubicBezTo>
                    <a:pt x="445" y="141"/>
                    <a:pt x="444" y="138"/>
                    <a:pt x="442" y="136"/>
                  </a:cubicBezTo>
                  <a:cubicBezTo>
                    <a:pt x="438" y="136"/>
                    <a:pt x="438" y="136"/>
                    <a:pt x="438" y="136"/>
                  </a:cubicBezTo>
                  <a:cubicBezTo>
                    <a:pt x="437" y="132"/>
                    <a:pt x="440" y="127"/>
                    <a:pt x="441" y="124"/>
                  </a:cubicBezTo>
                  <a:cubicBezTo>
                    <a:pt x="440" y="120"/>
                    <a:pt x="439" y="120"/>
                    <a:pt x="440" y="116"/>
                  </a:cubicBezTo>
                  <a:cubicBezTo>
                    <a:pt x="440" y="112"/>
                    <a:pt x="441" y="111"/>
                    <a:pt x="440" y="107"/>
                  </a:cubicBezTo>
                  <a:cubicBezTo>
                    <a:pt x="439" y="104"/>
                    <a:pt x="438" y="102"/>
                    <a:pt x="437" y="99"/>
                  </a:cubicBezTo>
                  <a:cubicBezTo>
                    <a:pt x="437" y="97"/>
                    <a:pt x="438" y="94"/>
                    <a:pt x="438" y="91"/>
                  </a:cubicBezTo>
                  <a:cubicBezTo>
                    <a:pt x="436" y="90"/>
                    <a:pt x="433" y="88"/>
                    <a:pt x="431" y="88"/>
                  </a:cubicBezTo>
                  <a:cubicBezTo>
                    <a:pt x="424" y="90"/>
                    <a:pt x="424" y="90"/>
                    <a:pt x="424" y="90"/>
                  </a:cubicBezTo>
                  <a:cubicBezTo>
                    <a:pt x="422" y="93"/>
                    <a:pt x="419" y="98"/>
                    <a:pt x="415" y="98"/>
                  </a:cubicBezTo>
                  <a:cubicBezTo>
                    <a:pt x="414" y="91"/>
                    <a:pt x="405" y="90"/>
                    <a:pt x="400" y="89"/>
                  </a:cubicBezTo>
                  <a:cubicBezTo>
                    <a:pt x="393" y="88"/>
                    <a:pt x="393" y="88"/>
                    <a:pt x="393" y="88"/>
                  </a:cubicBezTo>
                  <a:cubicBezTo>
                    <a:pt x="395" y="85"/>
                    <a:pt x="396" y="81"/>
                    <a:pt x="398" y="78"/>
                  </a:cubicBezTo>
                  <a:cubicBezTo>
                    <a:pt x="395" y="74"/>
                    <a:pt x="396" y="72"/>
                    <a:pt x="396" y="68"/>
                  </a:cubicBezTo>
                  <a:cubicBezTo>
                    <a:pt x="395" y="68"/>
                    <a:pt x="395" y="68"/>
                    <a:pt x="395" y="68"/>
                  </a:cubicBezTo>
                  <a:cubicBezTo>
                    <a:pt x="393" y="68"/>
                    <a:pt x="390" y="71"/>
                    <a:pt x="388" y="71"/>
                  </a:cubicBezTo>
                  <a:cubicBezTo>
                    <a:pt x="386" y="70"/>
                    <a:pt x="384" y="66"/>
                    <a:pt x="384" y="64"/>
                  </a:cubicBezTo>
                  <a:cubicBezTo>
                    <a:pt x="382" y="63"/>
                    <a:pt x="382" y="63"/>
                    <a:pt x="382" y="63"/>
                  </a:cubicBezTo>
                  <a:cubicBezTo>
                    <a:pt x="380" y="63"/>
                    <a:pt x="380" y="63"/>
                    <a:pt x="380" y="63"/>
                  </a:cubicBezTo>
                  <a:cubicBezTo>
                    <a:pt x="374" y="58"/>
                    <a:pt x="371" y="49"/>
                    <a:pt x="368" y="42"/>
                  </a:cubicBezTo>
                  <a:cubicBezTo>
                    <a:pt x="366" y="35"/>
                    <a:pt x="363" y="29"/>
                    <a:pt x="362" y="22"/>
                  </a:cubicBezTo>
                  <a:cubicBezTo>
                    <a:pt x="361" y="15"/>
                    <a:pt x="357" y="11"/>
                    <a:pt x="351" y="8"/>
                  </a:cubicBezTo>
                  <a:cubicBezTo>
                    <a:pt x="349" y="7"/>
                    <a:pt x="347" y="7"/>
                    <a:pt x="345" y="6"/>
                  </a:cubicBezTo>
                  <a:cubicBezTo>
                    <a:pt x="343" y="4"/>
                    <a:pt x="343" y="0"/>
                    <a:pt x="340" y="0"/>
                  </a:cubicBezTo>
                  <a:cubicBezTo>
                    <a:pt x="337" y="0"/>
                    <a:pt x="326" y="2"/>
                    <a:pt x="324" y="4"/>
                  </a:cubicBezTo>
                  <a:cubicBezTo>
                    <a:pt x="323" y="10"/>
                    <a:pt x="320" y="12"/>
                    <a:pt x="314" y="13"/>
                  </a:cubicBezTo>
                  <a:cubicBezTo>
                    <a:pt x="311" y="14"/>
                    <a:pt x="313" y="23"/>
                    <a:pt x="313" y="26"/>
                  </a:cubicBezTo>
                  <a:cubicBezTo>
                    <a:pt x="310" y="28"/>
                    <a:pt x="303" y="29"/>
                    <a:pt x="300" y="30"/>
                  </a:cubicBezTo>
                  <a:cubicBezTo>
                    <a:pt x="299" y="30"/>
                    <a:pt x="298" y="29"/>
                    <a:pt x="298" y="28"/>
                  </a:cubicBezTo>
                  <a:cubicBezTo>
                    <a:pt x="295" y="26"/>
                    <a:pt x="291" y="29"/>
                    <a:pt x="288" y="28"/>
                  </a:cubicBezTo>
                  <a:cubicBezTo>
                    <a:pt x="287" y="29"/>
                    <a:pt x="287" y="29"/>
                    <a:pt x="287" y="29"/>
                  </a:cubicBezTo>
                  <a:cubicBezTo>
                    <a:pt x="279" y="26"/>
                    <a:pt x="276" y="37"/>
                    <a:pt x="269" y="38"/>
                  </a:cubicBezTo>
                  <a:cubicBezTo>
                    <a:pt x="268" y="39"/>
                    <a:pt x="269" y="43"/>
                    <a:pt x="269" y="44"/>
                  </a:cubicBezTo>
                  <a:cubicBezTo>
                    <a:pt x="267" y="45"/>
                    <a:pt x="261" y="50"/>
                    <a:pt x="261" y="53"/>
                  </a:cubicBezTo>
                  <a:cubicBezTo>
                    <a:pt x="264" y="56"/>
                    <a:pt x="263" y="59"/>
                    <a:pt x="262" y="62"/>
                  </a:cubicBezTo>
                  <a:cubicBezTo>
                    <a:pt x="260" y="62"/>
                    <a:pt x="259" y="62"/>
                    <a:pt x="257" y="62"/>
                  </a:cubicBezTo>
                  <a:cubicBezTo>
                    <a:pt x="255" y="64"/>
                    <a:pt x="252" y="67"/>
                    <a:pt x="251" y="69"/>
                  </a:cubicBezTo>
                  <a:cubicBezTo>
                    <a:pt x="253" y="72"/>
                    <a:pt x="255" y="74"/>
                    <a:pt x="254" y="78"/>
                  </a:cubicBezTo>
                  <a:cubicBezTo>
                    <a:pt x="253" y="79"/>
                    <a:pt x="253" y="79"/>
                    <a:pt x="253" y="79"/>
                  </a:cubicBezTo>
                  <a:cubicBezTo>
                    <a:pt x="251" y="79"/>
                    <a:pt x="249" y="79"/>
                    <a:pt x="248" y="79"/>
                  </a:cubicBezTo>
                  <a:cubicBezTo>
                    <a:pt x="246" y="80"/>
                    <a:pt x="243" y="82"/>
                    <a:pt x="241" y="82"/>
                  </a:cubicBezTo>
                  <a:cubicBezTo>
                    <a:pt x="240" y="81"/>
                    <a:pt x="239" y="80"/>
                    <a:pt x="238" y="80"/>
                  </a:cubicBezTo>
                  <a:cubicBezTo>
                    <a:pt x="236" y="82"/>
                    <a:pt x="234" y="83"/>
                    <a:pt x="232" y="84"/>
                  </a:cubicBezTo>
                  <a:cubicBezTo>
                    <a:pt x="230" y="84"/>
                    <a:pt x="228" y="82"/>
                    <a:pt x="226" y="81"/>
                  </a:cubicBezTo>
                  <a:cubicBezTo>
                    <a:pt x="224" y="81"/>
                    <a:pt x="224" y="81"/>
                    <a:pt x="224" y="81"/>
                  </a:cubicBezTo>
                  <a:cubicBezTo>
                    <a:pt x="224" y="80"/>
                    <a:pt x="223" y="78"/>
                    <a:pt x="222" y="78"/>
                  </a:cubicBezTo>
                  <a:cubicBezTo>
                    <a:pt x="217" y="77"/>
                    <a:pt x="217" y="77"/>
                    <a:pt x="217" y="77"/>
                  </a:cubicBezTo>
                  <a:cubicBezTo>
                    <a:pt x="217" y="78"/>
                    <a:pt x="215" y="80"/>
                    <a:pt x="214" y="80"/>
                  </a:cubicBezTo>
                  <a:cubicBezTo>
                    <a:pt x="212" y="79"/>
                    <a:pt x="212" y="79"/>
                    <a:pt x="212" y="79"/>
                  </a:cubicBezTo>
                  <a:cubicBezTo>
                    <a:pt x="210" y="80"/>
                    <a:pt x="210" y="80"/>
                    <a:pt x="210" y="80"/>
                  </a:cubicBezTo>
                  <a:cubicBezTo>
                    <a:pt x="209" y="82"/>
                    <a:pt x="208" y="84"/>
                    <a:pt x="206" y="86"/>
                  </a:cubicBezTo>
                  <a:cubicBezTo>
                    <a:pt x="203" y="88"/>
                    <a:pt x="201" y="87"/>
                    <a:pt x="198" y="86"/>
                  </a:cubicBezTo>
                  <a:cubicBezTo>
                    <a:pt x="194" y="86"/>
                    <a:pt x="191" y="88"/>
                    <a:pt x="188" y="86"/>
                  </a:cubicBezTo>
                  <a:cubicBezTo>
                    <a:pt x="186" y="83"/>
                    <a:pt x="186" y="83"/>
                    <a:pt x="186" y="83"/>
                  </a:cubicBezTo>
                  <a:cubicBezTo>
                    <a:pt x="184" y="77"/>
                    <a:pt x="189" y="77"/>
                    <a:pt x="190" y="73"/>
                  </a:cubicBezTo>
                  <a:cubicBezTo>
                    <a:pt x="189" y="69"/>
                    <a:pt x="188" y="62"/>
                    <a:pt x="186" y="59"/>
                  </a:cubicBezTo>
                  <a:cubicBezTo>
                    <a:pt x="185" y="58"/>
                    <a:pt x="185" y="58"/>
                    <a:pt x="185" y="58"/>
                  </a:cubicBezTo>
                  <a:cubicBezTo>
                    <a:pt x="184" y="57"/>
                    <a:pt x="184" y="57"/>
                    <a:pt x="184" y="57"/>
                  </a:cubicBezTo>
                  <a:cubicBezTo>
                    <a:pt x="184" y="55"/>
                    <a:pt x="185" y="53"/>
                    <a:pt x="185" y="51"/>
                  </a:cubicBezTo>
                  <a:cubicBezTo>
                    <a:pt x="181" y="42"/>
                    <a:pt x="189" y="46"/>
                    <a:pt x="189" y="40"/>
                  </a:cubicBezTo>
                  <a:cubicBezTo>
                    <a:pt x="188" y="36"/>
                    <a:pt x="187" y="35"/>
                    <a:pt x="184" y="34"/>
                  </a:cubicBezTo>
                  <a:cubicBezTo>
                    <a:pt x="180" y="32"/>
                    <a:pt x="180" y="32"/>
                    <a:pt x="180" y="32"/>
                  </a:cubicBezTo>
                  <a:cubicBezTo>
                    <a:pt x="174" y="31"/>
                    <a:pt x="169" y="35"/>
                    <a:pt x="163" y="34"/>
                  </a:cubicBezTo>
                  <a:cubicBezTo>
                    <a:pt x="159" y="33"/>
                    <a:pt x="158" y="32"/>
                    <a:pt x="154" y="33"/>
                  </a:cubicBezTo>
                  <a:cubicBezTo>
                    <a:pt x="152" y="32"/>
                    <a:pt x="152" y="32"/>
                    <a:pt x="152" y="32"/>
                  </a:cubicBezTo>
                  <a:cubicBezTo>
                    <a:pt x="143" y="36"/>
                    <a:pt x="131" y="39"/>
                    <a:pt x="121" y="43"/>
                  </a:cubicBezTo>
                  <a:cubicBezTo>
                    <a:pt x="117" y="44"/>
                    <a:pt x="112" y="46"/>
                    <a:pt x="107" y="47"/>
                  </a:cubicBezTo>
                  <a:cubicBezTo>
                    <a:pt x="98" y="48"/>
                    <a:pt x="86" y="48"/>
                    <a:pt x="78" y="45"/>
                  </a:cubicBezTo>
                  <a:cubicBezTo>
                    <a:pt x="71" y="47"/>
                    <a:pt x="64" y="48"/>
                    <a:pt x="59" y="54"/>
                  </a:cubicBezTo>
                  <a:cubicBezTo>
                    <a:pt x="52" y="62"/>
                    <a:pt x="41" y="68"/>
                    <a:pt x="34" y="76"/>
                  </a:cubicBezTo>
                  <a:cubicBezTo>
                    <a:pt x="30" y="79"/>
                    <a:pt x="27" y="82"/>
                    <a:pt x="23" y="85"/>
                  </a:cubicBezTo>
                  <a:cubicBezTo>
                    <a:pt x="19" y="89"/>
                    <a:pt x="19" y="93"/>
                    <a:pt x="18" y="99"/>
                  </a:cubicBezTo>
                  <a:cubicBezTo>
                    <a:pt x="16" y="109"/>
                    <a:pt x="9" y="114"/>
                    <a:pt x="0" y="119"/>
                  </a:cubicBezTo>
                  <a:cubicBezTo>
                    <a:pt x="8" y="128"/>
                    <a:pt x="20" y="143"/>
                    <a:pt x="28" y="153"/>
                  </a:cubicBezTo>
                  <a:close/>
                </a:path>
              </a:pathLst>
            </a:custGeom>
            <a:solidFill>
              <a:schemeClr val="accent4">
                <a:lumMod val="9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>
                <a:solidFill>
                  <a:srgbClr val="FF0000"/>
                </a:solidFill>
              </a:endParaRPr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6B10E532-C05A-9039-EE81-098FC73F0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688" y="3044825"/>
              <a:ext cx="1735138" cy="1406525"/>
            </a:xfrm>
            <a:custGeom>
              <a:avLst/>
              <a:gdLst>
                <a:gd name="T0" fmla="*/ 159267404 w 456"/>
                <a:gd name="T1" fmla="*/ 2147483646 h 369"/>
                <a:gd name="T2" fmla="*/ 390931158 w 456"/>
                <a:gd name="T3" fmla="*/ 2147483646 h 369"/>
                <a:gd name="T4" fmla="*/ 622594911 w 456"/>
                <a:gd name="T5" fmla="*/ 2147483646 h 369"/>
                <a:gd name="T6" fmla="*/ 579159384 w 456"/>
                <a:gd name="T7" fmla="*/ 2147483646 h 369"/>
                <a:gd name="T8" fmla="*/ 781866120 w 456"/>
                <a:gd name="T9" fmla="*/ 2147483646 h 369"/>
                <a:gd name="T10" fmla="*/ 970094347 w 456"/>
                <a:gd name="T11" fmla="*/ 2147483646 h 369"/>
                <a:gd name="T12" fmla="*/ 1317589978 w 456"/>
                <a:gd name="T13" fmla="*/ 2147483646 h 369"/>
                <a:gd name="T14" fmla="*/ 1708521135 w 456"/>
                <a:gd name="T15" fmla="*/ 2147483646 h 369"/>
                <a:gd name="T16" fmla="*/ 2142891625 w 456"/>
                <a:gd name="T17" fmla="*/ 2147483646 h 369"/>
                <a:gd name="T18" fmla="*/ 2147483646 w 456"/>
                <a:gd name="T19" fmla="*/ 2147483646 h 369"/>
                <a:gd name="T20" fmla="*/ 2147483646 w 456"/>
                <a:gd name="T21" fmla="*/ 2147483646 h 369"/>
                <a:gd name="T22" fmla="*/ 2147483646 w 456"/>
                <a:gd name="T23" fmla="*/ 2147483646 h 369"/>
                <a:gd name="T24" fmla="*/ 2147483646 w 456"/>
                <a:gd name="T25" fmla="*/ 2147483646 h 369"/>
                <a:gd name="T26" fmla="*/ 2147483646 w 456"/>
                <a:gd name="T27" fmla="*/ 2147483646 h 369"/>
                <a:gd name="T28" fmla="*/ 2147483646 w 456"/>
                <a:gd name="T29" fmla="*/ 2147483646 h 369"/>
                <a:gd name="T30" fmla="*/ 2147483646 w 456"/>
                <a:gd name="T31" fmla="*/ 2147483646 h 369"/>
                <a:gd name="T32" fmla="*/ 2147483646 w 456"/>
                <a:gd name="T33" fmla="*/ 2147483646 h 369"/>
                <a:gd name="T34" fmla="*/ 2147483646 w 456"/>
                <a:gd name="T35" fmla="*/ 2147483646 h 369"/>
                <a:gd name="T36" fmla="*/ 2147483646 w 456"/>
                <a:gd name="T37" fmla="*/ 2147483646 h 369"/>
                <a:gd name="T38" fmla="*/ 2147483646 w 456"/>
                <a:gd name="T39" fmla="*/ 2147483646 h 369"/>
                <a:gd name="T40" fmla="*/ 2147483646 w 456"/>
                <a:gd name="T41" fmla="*/ 2147483646 h 369"/>
                <a:gd name="T42" fmla="*/ 2147483646 w 456"/>
                <a:gd name="T43" fmla="*/ 2147483646 h 369"/>
                <a:gd name="T44" fmla="*/ 2147483646 w 456"/>
                <a:gd name="T45" fmla="*/ 2147483646 h 369"/>
                <a:gd name="T46" fmla="*/ 2147483646 w 456"/>
                <a:gd name="T47" fmla="*/ 2147483646 h 369"/>
                <a:gd name="T48" fmla="*/ 2147483646 w 456"/>
                <a:gd name="T49" fmla="*/ 2147483646 h 369"/>
                <a:gd name="T50" fmla="*/ 2147483646 w 456"/>
                <a:gd name="T51" fmla="*/ 2147483646 h 369"/>
                <a:gd name="T52" fmla="*/ 2147483646 w 456"/>
                <a:gd name="T53" fmla="*/ 2147483646 h 369"/>
                <a:gd name="T54" fmla="*/ 2147483646 w 456"/>
                <a:gd name="T55" fmla="*/ 2147483646 h 369"/>
                <a:gd name="T56" fmla="*/ 2147483646 w 456"/>
                <a:gd name="T57" fmla="*/ 2147483646 h 369"/>
                <a:gd name="T58" fmla="*/ 2147483646 w 456"/>
                <a:gd name="T59" fmla="*/ 2147483646 h 369"/>
                <a:gd name="T60" fmla="*/ 2147483646 w 456"/>
                <a:gd name="T61" fmla="*/ 2147483646 h 369"/>
                <a:gd name="T62" fmla="*/ 2147483646 w 456"/>
                <a:gd name="T63" fmla="*/ 2147483646 h 369"/>
                <a:gd name="T64" fmla="*/ 2147483646 w 456"/>
                <a:gd name="T65" fmla="*/ 2147483646 h 369"/>
                <a:gd name="T66" fmla="*/ 2147483646 w 456"/>
                <a:gd name="T67" fmla="*/ 2147483646 h 369"/>
                <a:gd name="T68" fmla="*/ 2147483646 w 456"/>
                <a:gd name="T69" fmla="*/ 2147483646 h 369"/>
                <a:gd name="T70" fmla="*/ 2147483646 w 456"/>
                <a:gd name="T71" fmla="*/ 2019560255 h 369"/>
                <a:gd name="T72" fmla="*/ 2147483646 w 456"/>
                <a:gd name="T73" fmla="*/ 1612742911 h 369"/>
                <a:gd name="T74" fmla="*/ 2147483646 w 456"/>
                <a:gd name="T75" fmla="*/ 1336686650 h 369"/>
                <a:gd name="T76" fmla="*/ 2147483646 w 456"/>
                <a:gd name="T77" fmla="*/ 1104221230 h 369"/>
                <a:gd name="T78" fmla="*/ 2147483646 w 456"/>
                <a:gd name="T79" fmla="*/ 537582241 h 369"/>
                <a:gd name="T80" fmla="*/ 2147483646 w 456"/>
                <a:gd name="T81" fmla="*/ 261525980 h 369"/>
                <a:gd name="T82" fmla="*/ 2147483646 w 456"/>
                <a:gd name="T83" fmla="*/ 755517381 h 369"/>
                <a:gd name="T84" fmla="*/ 2147483646 w 456"/>
                <a:gd name="T85" fmla="*/ 1104221230 h 369"/>
                <a:gd name="T86" fmla="*/ 2147483646 w 456"/>
                <a:gd name="T87" fmla="*/ 1569155883 h 369"/>
                <a:gd name="T88" fmla="*/ 2147483646 w 456"/>
                <a:gd name="T89" fmla="*/ 1932386199 h 369"/>
                <a:gd name="T90" fmla="*/ 2147483646 w 456"/>
                <a:gd name="T91" fmla="*/ 2019560255 h 369"/>
                <a:gd name="T92" fmla="*/ 2128413116 w 456"/>
                <a:gd name="T93" fmla="*/ 2147483646 h 369"/>
                <a:gd name="T94" fmla="*/ 1621646276 w 456"/>
                <a:gd name="T95" fmla="*/ 2147483646 h 369"/>
                <a:gd name="T96" fmla="*/ 1056965401 w 456"/>
                <a:gd name="T97" fmla="*/ 2147483646 h 369"/>
                <a:gd name="T98" fmla="*/ 289581595 w 456"/>
                <a:gd name="T99" fmla="*/ 2147483646 h 369"/>
                <a:gd name="T100" fmla="*/ 43435527 w 456"/>
                <a:gd name="T101" fmla="*/ 2147483646 h 36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56" h="369">
                  <a:moveTo>
                    <a:pt x="3" y="234"/>
                  </a:moveTo>
                  <a:cubicBezTo>
                    <a:pt x="0" y="238"/>
                    <a:pt x="8" y="238"/>
                    <a:pt x="11" y="237"/>
                  </a:cubicBezTo>
                  <a:cubicBezTo>
                    <a:pt x="14" y="235"/>
                    <a:pt x="18" y="228"/>
                    <a:pt x="22" y="229"/>
                  </a:cubicBezTo>
                  <a:cubicBezTo>
                    <a:pt x="26" y="229"/>
                    <a:pt x="26" y="234"/>
                    <a:pt x="27" y="237"/>
                  </a:cubicBezTo>
                  <a:cubicBezTo>
                    <a:pt x="29" y="240"/>
                    <a:pt x="34" y="242"/>
                    <a:pt x="37" y="245"/>
                  </a:cubicBezTo>
                  <a:cubicBezTo>
                    <a:pt x="39" y="247"/>
                    <a:pt x="44" y="251"/>
                    <a:pt x="43" y="254"/>
                  </a:cubicBezTo>
                  <a:cubicBezTo>
                    <a:pt x="43" y="255"/>
                    <a:pt x="41" y="256"/>
                    <a:pt x="40" y="257"/>
                  </a:cubicBezTo>
                  <a:cubicBezTo>
                    <a:pt x="38" y="260"/>
                    <a:pt x="40" y="271"/>
                    <a:pt x="40" y="274"/>
                  </a:cubicBezTo>
                  <a:cubicBezTo>
                    <a:pt x="41" y="279"/>
                    <a:pt x="43" y="282"/>
                    <a:pt x="46" y="286"/>
                  </a:cubicBezTo>
                  <a:cubicBezTo>
                    <a:pt x="49" y="291"/>
                    <a:pt x="51" y="296"/>
                    <a:pt x="54" y="302"/>
                  </a:cubicBezTo>
                  <a:cubicBezTo>
                    <a:pt x="55" y="304"/>
                    <a:pt x="56" y="309"/>
                    <a:pt x="59" y="309"/>
                  </a:cubicBezTo>
                  <a:cubicBezTo>
                    <a:pt x="62" y="309"/>
                    <a:pt x="64" y="304"/>
                    <a:pt x="67" y="304"/>
                  </a:cubicBezTo>
                  <a:cubicBezTo>
                    <a:pt x="73" y="302"/>
                    <a:pt x="77" y="306"/>
                    <a:pt x="82" y="301"/>
                  </a:cubicBezTo>
                  <a:cubicBezTo>
                    <a:pt x="87" y="296"/>
                    <a:pt x="83" y="290"/>
                    <a:pt x="91" y="289"/>
                  </a:cubicBezTo>
                  <a:cubicBezTo>
                    <a:pt x="97" y="289"/>
                    <a:pt x="100" y="290"/>
                    <a:pt x="105" y="287"/>
                  </a:cubicBezTo>
                  <a:cubicBezTo>
                    <a:pt x="110" y="285"/>
                    <a:pt x="114" y="282"/>
                    <a:pt x="118" y="287"/>
                  </a:cubicBezTo>
                  <a:cubicBezTo>
                    <a:pt x="123" y="295"/>
                    <a:pt x="125" y="301"/>
                    <a:pt x="136" y="302"/>
                  </a:cubicBezTo>
                  <a:cubicBezTo>
                    <a:pt x="142" y="302"/>
                    <a:pt x="144" y="302"/>
                    <a:pt x="148" y="300"/>
                  </a:cubicBezTo>
                  <a:cubicBezTo>
                    <a:pt x="151" y="300"/>
                    <a:pt x="151" y="301"/>
                    <a:pt x="153" y="302"/>
                  </a:cubicBezTo>
                  <a:cubicBezTo>
                    <a:pt x="156" y="304"/>
                    <a:pt x="159" y="306"/>
                    <a:pt x="162" y="307"/>
                  </a:cubicBezTo>
                  <a:cubicBezTo>
                    <a:pt x="166" y="309"/>
                    <a:pt x="169" y="309"/>
                    <a:pt x="172" y="310"/>
                  </a:cubicBezTo>
                  <a:cubicBezTo>
                    <a:pt x="176" y="311"/>
                    <a:pt x="178" y="314"/>
                    <a:pt x="182" y="315"/>
                  </a:cubicBezTo>
                  <a:cubicBezTo>
                    <a:pt x="184" y="316"/>
                    <a:pt x="195" y="316"/>
                    <a:pt x="196" y="319"/>
                  </a:cubicBezTo>
                  <a:cubicBezTo>
                    <a:pt x="208" y="315"/>
                    <a:pt x="211" y="307"/>
                    <a:pt x="208" y="295"/>
                  </a:cubicBezTo>
                  <a:cubicBezTo>
                    <a:pt x="207" y="291"/>
                    <a:pt x="201" y="284"/>
                    <a:pt x="200" y="280"/>
                  </a:cubicBezTo>
                  <a:cubicBezTo>
                    <a:pt x="198" y="274"/>
                    <a:pt x="201" y="268"/>
                    <a:pt x="208" y="271"/>
                  </a:cubicBezTo>
                  <a:cubicBezTo>
                    <a:pt x="215" y="274"/>
                    <a:pt x="223" y="276"/>
                    <a:pt x="232" y="277"/>
                  </a:cubicBezTo>
                  <a:cubicBezTo>
                    <a:pt x="238" y="279"/>
                    <a:pt x="237" y="280"/>
                    <a:pt x="240" y="285"/>
                  </a:cubicBezTo>
                  <a:cubicBezTo>
                    <a:pt x="242" y="289"/>
                    <a:pt x="245" y="294"/>
                    <a:pt x="248" y="297"/>
                  </a:cubicBezTo>
                  <a:cubicBezTo>
                    <a:pt x="255" y="304"/>
                    <a:pt x="266" y="305"/>
                    <a:pt x="273" y="312"/>
                  </a:cubicBezTo>
                  <a:cubicBezTo>
                    <a:pt x="277" y="315"/>
                    <a:pt x="274" y="318"/>
                    <a:pt x="271" y="321"/>
                  </a:cubicBezTo>
                  <a:cubicBezTo>
                    <a:pt x="267" y="325"/>
                    <a:pt x="267" y="327"/>
                    <a:pt x="268" y="333"/>
                  </a:cubicBezTo>
                  <a:cubicBezTo>
                    <a:pt x="269" y="339"/>
                    <a:pt x="270" y="338"/>
                    <a:pt x="276" y="339"/>
                  </a:cubicBezTo>
                  <a:cubicBezTo>
                    <a:pt x="283" y="339"/>
                    <a:pt x="286" y="342"/>
                    <a:pt x="288" y="348"/>
                  </a:cubicBezTo>
                  <a:cubicBezTo>
                    <a:pt x="290" y="353"/>
                    <a:pt x="291" y="359"/>
                    <a:pt x="295" y="363"/>
                  </a:cubicBezTo>
                  <a:cubicBezTo>
                    <a:pt x="300" y="369"/>
                    <a:pt x="300" y="361"/>
                    <a:pt x="305" y="362"/>
                  </a:cubicBezTo>
                  <a:cubicBezTo>
                    <a:pt x="308" y="362"/>
                    <a:pt x="309" y="366"/>
                    <a:pt x="311" y="366"/>
                  </a:cubicBezTo>
                  <a:cubicBezTo>
                    <a:pt x="315" y="366"/>
                    <a:pt x="314" y="363"/>
                    <a:pt x="316" y="361"/>
                  </a:cubicBezTo>
                  <a:cubicBezTo>
                    <a:pt x="318" y="358"/>
                    <a:pt x="321" y="352"/>
                    <a:pt x="324" y="349"/>
                  </a:cubicBezTo>
                  <a:cubicBezTo>
                    <a:pt x="329" y="345"/>
                    <a:pt x="343" y="329"/>
                    <a:pt x="347" y="340"/>
                  </a:cubicBezTo>
                  <a:cubicBezTo>
                    <a:pt x="352" y="331"/>
                    <a:pt x="354" y="329"/>
                    <a:pt x="365" y="329"/>
                  </a:cubicBezTo>
                  <a:cubicBezTo>
                    <a:pt x="368" y="330"/>
                    <a:pt x="372" y="330"/>
                    <a:pt x="375" y="329"/>
                  </a:cubicBezTo>
                  <a:cubicBezTo>
                    <a:pt x="380" y="329"/>
                    <a:pt x="380" y="328"/>
                    <a:pt x="381" y="324"/>
                  </a:cubicBezTo>
                  <a:cubicBezTo>
                    <a:pt x="383" y="319"/>
                    <a:pt x="388" y="321"/>
                    <a:pt x="391" y="318"/>
                  </a:cubicBezTo>
                  <a:cubicBezTo>
                    <a:pt x="393" y="315"/>
                    <a:pt x="394" y="312"/>
                    <a:pt x="396" y="308"/>
                  </a:cubicBezTo>
                  <a:cubicBezTo>
                    <a:pt x="401" y="302"/>
                    <a:pt x="407" y="304"/>
                    <a:pt x="413" y="308"/>
                  </a:cubicBezTo>
                  <a:cubicBezTo>
                    <a:pt x="418" y="311"/>
                    <a:pt x="420" y="311"/>
                    <a:pt x="423" y="304"/>
                  </a:cubicBezTo>
                  <a:cubicBezTo>
                    <a:pt x="425" y="298"/>
                    <a:pt x="425" y="291"/>
                    <a:pt x="428" y="285"/>
                  </a:cubicBezTo>
                  <a:cubicBezTo>
                    <a:pt x="430" y="282"/>
                    <a:pt x="433" y="281"/>
                    <a:pt x="436" y="280"/>
                  </a:cubicBezTo>
                  <a:cubicBezTo>
                    <a:pt x="441" y="278"/>
                    <a:pt x="442" y="277"/>
                    <a:pt x="444" y="272"/>
                  </a:cubicBezTo>
                  <a:cubicBezTo>
                    <a:pt x="445" y="268"/>
                    <a:pt x="447" y="266"/>
                    <a:pt x="450" y="263"/>
                  </a:cubicBezTo>
                  <a:cubicBezTo>
                    <a:pt x="453" y="260"/>
                    <a:pt x="454" y="256"/>
                    <a:pt x="456" y="252"/>
                  </a:cubicBezTo>
                  <a:cubicBezTo>
                    <a:pt x="456" y="249"/>
                    <a:pt x="445" y="246"/>
                    <a:pt x="443" y="244"/>
                  </a:cubicBezTo>
                  <a:cubicBezTo>
                    <a:pt x="437" y="239"/>
                    <a:pt x="439" y="231"/>
                    <a:pt x="435" y="225"/>
                  </a:cubicBezTo>
                  <a:cubicBezTo>
                    <a:pt x="433" y="222"/>
                    <a:pt x="430" y="219"/>
                    <a:pt x="426" y="217"/>
                  </a:cubicBezTo>
                  <a:cubicBezTo>
                    <a:pt x="424" y="216"/>
                    <a:pt x="419" y="215"/>
                    <a:pt x="417" y="213"/>
                  </a:cubicBezTo>
                  <a:cubicBezTo>
                    <a:pt x="413" y="208"/>
                    <a:pt x="416" y="201"/>
                    <a:pt x="418" y="196"/>
                  </a:cubicBezTo>
                  <a:cubicBezTo>
                    <a:pt x="421" y="190"/>
                    <a:pt x="415" y="185"/>
                    <a:pt x="418" y="178"/>
                  </a:cubicBezTo>
                  <a:cubicBezTo>
                    <a:pt x="419" y="173"/>
                    <a:pt x="424" y="168"/>
                    <a:pt x="416" y="164"/>
                  </a:cubicBezTo>
                  <a:cubicBezTo>
                    <a:pt x="412" y="162"/>
                    <a:pt x="406" y="166"/>
                    <a:pt x="401" y="164"/>
                  </a:cubicBezTo>
                  <a:cubicBezTo>
                    <a:pt x="398" y="163"/>
                    <a:pt x="395" y="158"/>
                    <a:pt x="391" y="158"/>
                  </a:cubicBezTo>
                  <a:cubicBezTo>
                    <a:pt x="388" y="158"/>
                    <a:pt x="385" y="162"/>
                    <a:pt x="382" y="161"/>
                  </a:cubicBezTo>
                  <a:cubicBezTo>
                    <a:pt x="381" y="161"/>
                    <a:pt x="381" y="161"/>
                    <a:pt x="381" y="161"/>
                  </a:cubicBezTo>
                  <a:cubicBezTo>
                    <a:pt x="381" y="159"/>
                    <a:pt x="382" y="157"/>
                    <a:pt x="381" y="155"/>
                  </a:cubicBezTo>
                  <a:cubicBezTo>
                    <a:pt x="377" y="152"/>
                    <a:pt x="375" y="155"/>
                    <a:pt x="374" y="159"/>
                  </a:cubicBezTo>
                  <a:cubicBezTo>
                    <a:pt x="373" y="163"/>
                    <a:pt x="373" y="165"/>
                    <a:pt x="369" y="167"/>
                  </a:cubicBezTo>
                  <a:cubicBezTo>
                    <a:pt x="364" y="170"/>
                    <a:pt x="353" y="169"/>
                    <a:pt x="348" y="167"/>
                  </a:cubicBezTo>
                  <a:cubicBezTo>
                    <a:pt x="346" y="166"/>
                    <a:pt x="343" y="164"/>
                    <a:pt x="344" y="161"/>
                  </a:cubicBezTo>
                  <a:cubicBezTo>
                    <a:pt x="346" y="158"/>
                    <a:pt x="349" y="159"/>
                    <a:pt x="352" y="158"/>
                  </a:cubicBezTo>
                  <a:cubicBezTo>
                    <a:pt x="357" y="157"/>
                    <a:pt x="356" y="155"/>
                    <a:pt x="358" y="151"/>
                  </a:cubicBezTo>
                  <a:cubicBezTo>
                    <a:pt x="361" y="146"/>
                    <a:pt x="364" y="148"/>
                    <a:pt x="369" y="146"/>
                  </a:cubicBezTo>
                  <a:cubicBezTo>
                    <a:pt x="373" y="145"/>
                    <a:pt x="378" y="142"/>
                    <a:pt x="381" y="139"/>
                  </a:cubicBezTo>
                  <a:cubicBezTo>
                    <a:pt x="386" y="135"/>
                    <a:pt x="385" y="130"/>
                    <a:pt x="385" y="124"/>
                  </a:cubicBezTo>
                  <a:cubicBezTo>
                    <a:pt x="384" y="119"/>
                    <a:pt x="385" y="115"/>
                    <a:pt x="382" y="111"/>
                  </a:cubicBezTo>
                  <a:cubicBezTo>
                    <a:pt x="379" y="108"/>
                    <a:pt x="374" y="105"/>
                    <a:pt x="375" y="99"/>
                  </a:cubicBezTo>
                  <a:cubicBezTo>
                    <a:pt x="375" y="97"/>
                    <a:pt x="377" y="94"/>
                    <a:pt x="378" y="92"/>
                  </a:cubicBezTo>
                  <a:cubicBezTo>
                    <a:pt x="379" y="89"/>
                    <a:pt x="380" y="88"/>
                    <a:pt x="378" y="85"/>
                  </a:cubicBezTo>
                  <a:cubicBezTo>
                    <a:pt x="375" y="81"/>
                    <a:pt x="376" y="79"/>
                    <a:pt x="372" y="76"/>
                  </a:cubicBezTo>
                  <a:cubicBezTo>
                    <a:pt x="367" y="73"/>
                    <a:pt x="362" y="72"/>
                    <a:pt x="357" y="69"/>
                  </a:cubicBezTo>
                  <a:cubicBezTo>
                    <a:pt x="346" y="60"/>
                    <a:pt x="346" y="48"/>
                    <a:pt x="337" y="37"/>
                  </a:cubicBezTo>
                  <a:cubicBezTo>
                    <a:pt x="329" y="26"/>
                    <a:pt x="316" y="10"/>
                    <a:pt x="307" y="0"/>
                  </a:cubicBezTo>
                  <a:cubicBezTo>
                    <a:pt x="292" y="7"/>
                    <a:pt x="281" y="12"/>
                    <a:pt x="265" y="18"/>
                  </a:cubicBezTo>
                  <a:cubicBezTo>
                    <a:pt x="259" y="21"/>
                    <a:pt x="256" y="25"/>
                    <a:pt x="253" y="31"/>
                  </a:cubicBezTo>
                  <a:cubicBezTo>
                    <a:pt x="251" y="36"/>
                    <a:pt x="247" y="47"/>
                    <a:pt x="251" y="52"/>
                  </a:cubicBezTo>
                  <a:cubicBezTo>
                    <a:pt x="249" y="57"/>
                    <a:pt x="248" y="63"/>
                    <a:pt x="245" y="68"/>
                  </a:cubicBezTo>
                  <a:cubicBezTo>
                    <a:pt x="244" y="71"/>
                    <a:pt x="241" y="73"/>
                    <a:pt x="239" y="76"/>
                  </a:cubicBezTo>
                  <a:cubicBezTo>
                    <a:pt x="236" y="80"/>
                    <a:pt x="235" y="84"/>
                    <a:pt x="234" y="88"/>
                  </a:cubicBezTo>
                  <a:cubicBezTo>
                    <a:pt x="233" y="94"/>
                    <a:pt x="233" y="101"/>
                    <a:pt x="230" y="108"/>
                  </a:cubicBezTo>
                  <a:cubicBezTo>
                    <a:pt x="226" y="116"/>
                    <a:pt x="218" y="124"/>
                    <a:pt x="211" y="130"/>
                  </a:cubicBezTo>
                  <a:cubicBezTo>
                    <a:pt x="208" y="130"/>
                    <a:pt x="206" y="132"/>
                    <a:pt x="203" y="133"/>
                  </a:cubicBezTo>
                  <a:cubicBezTo>
                    <a:pt x="200" y="134"/>
                    <a:pt x="197" y="135"/>
                    <a:pt x="193" y="135"/>
                  </a:cubicBezTo>
                  <a:cubicBezTo>
                    <a:pt x="189" y="136"/>
                    <a:pt x="187" y="137"/>
                    <a:pt x="184" y="139"/>
                  </a:cubicBezTo>
                  <a:cubicBezTo>
                    <a:pt x="177" y="145"/>
                    <a:pt x="171" y="152"/>
                    <a:pt x="166" y="159"/>
                  </a:cubicBezTo>
                  <a:cubicBezTo>
                    <a:pt x="160" y="165"/>
                    <a:pt x="156" y="171"/>
                    <a:pt x="147" y="173"/>
                  </a:cubicBezTo>
                  <a:cubicBezTo>
                    <a:pt x="141" y="175"/>
                    <a:pt x="135" y="175"/>
                    <a:pt x="128" y="174"/>
                  </a:cubicBezTo>
                  <a:cubicBezTo>
                    <a:pt x="118" y="178"/>
                    <a:pt x="116" y="189"/>
                    <a:pt x="112" y="197"/>
                  </a:cubicBezTo>
                  <a:cubicBezTo>
                    <a:pt x="108" y="205"/>
                    <a:pt x="104" y="208"/>
                    <a:pt x="95" y="210"/>
                  </a:cubicBezTo>
                  <a:cubicBezTo>
                    <a:pt x="86" y="212"/>
                    <a:pt x="81" y="216"/>
                    <a:pt x="73" y="220"/>
                  </a:cubicBezTo>
                  <a:cubicBezTo>
                    <a:pt x="61" y="227"/>
                    <a:pt x="53" y="213"/>
                    <a:pt x="43" y="206"/>
                  </a:cubicBezTo>
                  <a:cubicBezTo>
                    <a:pt x="32" y="204"/>
                    <a:pt x="28" y="210"/>
                    <a:pt x="20" y="214"/>
                  </a:cubicBezTo>
                  <a:cubicBezTo>
                    <a:pt x="19" y="218"/>
                    <a:pt x="18" y="223"/>
                    <a:pt x="14" y="226"/>
                  </a:cubicBezTo>
                  <a:cubicBezTo>
                    <a:pt x="10" y="229"/>
                    <a:pt x="5" y="230"/>
                    <a:pt x="3" y="234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>
                <a:solidFill>
                  <a:schemeClr val="tx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7EFAEFF7-EC67-AEC4-B30E-CE250A2CC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500" y="3810000"/>
              <a:ext cx="1236663" cy="1852612"/>
            </a:xfrm>
            <a:custGeom>
              <a:avLst/>
              <a:gdLst>
                <a:gd name="T0" fmla="*/ 2147483646 w 325"/>
                <a:gd name="T1" fmla="*/ 2147483646 h 486"/>
                <a:gd name="T2" fmla="*/ 2147483646 w 325"/>
                <a:gd name="T3" fmla="*/ 2147483646 h 486"/>
                <a:gd name="T4" fmla="*/ 2147483646 w 325"/>
                <a:gd name="T5" fmla="*/ 2147483646 h 486"/>
                <a:gd name="T6" fmla="*/ 2147483646 w 325"/>
                <a:gd name="T7" fmla="*/ 2147483646 h 486"/>
                <a:gd name="T8" fmla="*/ 2147483646 w 325"/>
                <a:gd name="T9" fmla="*/ 2147483646 h 486"/>
                <a:gd name="T10" fmla="*/ 2147483646 w 325"/>
                <a:gd name="T11" fmla="*/ 2147483646 h 486"/>
                <a:gd name="T12" fmla="*/ 2147483646 w 325"/>
                <a:gd name="T13" fmla="*/ 2147483646 h 486"/>
                <a:gd name="T14" fmla="*/ 2147483646 w 325"/>
                <a:gd name="T15" fmla="*/ 2147483646 h 486"/>
                <a:gd name="T16" fmla="*/ 2147483646 w 325"/>
                <a:gd name="T17" fmla="*/ 2147483646 h 486"/>
                <a:gd name="T18" fmla="*/ 2147483646 w 325"/>
                <a:gd name="T19" fmla="*/ 2147483646 h 486"/>
                <a:gd name="T20" fmla="*/ 2147483646 w 325"/>
                <a:gd name="T21" fmla="*/ 2147483646 h 486"/>
                <a:gd name="T22" fmla="*/ 2147483646 w 325"/>
                <a:gd name="T23" fmla="*/ 2147483646 h 486"/>
                <a:gd name="T24" fmla="*/ 2147483646 w 325"/>
                <a:gd name="T25" fmla="*/ 2147483646 h 486"/>
                <a:gd name="T26" fmla="*/ 2147483646 w 325"/>
                <a:gd name="T27" fmla="*/ 2147483646 h 486"/>
                <a:gd name="T28" fmla="*/ 2147483646 w 325"/>
                <a:gd name="T29" fmla="*/ 2147483646 h 486"/>
                <a:gd name="T30" fmla="*/ 2147483646 w 325"/>
                <a:gd name="T31" fmla="*/ 2147483646 h 486"/>
                <a:gd name="T32" fmla="*/ 2147483646 w 325"/>
                <a:gd name="T33" fmla="*/ 2005280952 h 486"/>
                <a:gd name="T34" fmla="*/ 2147483646 w 325"/>
                <a:gd name="T35" fmla="*/ 1903566454 h 486"/>
                <a:gd name="T36" fmla="*/ 2147483646 w 325"/>
                <a:gd name="T37" fmla="*/ 1714661021 h 486"/>
                <a:gd name="T38" fmla="*/ 2147483646 w 325"/>
                <a:gd name="T39" fmla="*/ 1598411524 h 486"/>
                <a:gd name="T40" fmla="*/ 2147483646 w 325"/>
                <a:gd name="T41" fmla="*/ 1496697026 h 486"/>
                <a:gd name="T42" fmla="*/ 2147483646 w 325"/>
                <a:gd name="T43" fmla="*/ 1467634652 h 486"/>
                <a:gd name="T44" fmla="*/ 2147483646 w 325"/>
                <a:gd name="T45" fmla="*/ 1249666845 h 486"/>
                <a:gd name="T46" fmla="*/ 2147483646 w 325"/>
                <a:gd name="T47" fmla="*/ 1482165839 h 486"/>
                <a:gd name="T48" fmla="*/ 2147483646 w 325"/>
                <a:gd name="T49" fmla="*/ 1554821775 h 486"/>
                <a:gd name="T50" fmla="*/ 2147483646 w 325"/>
                <a:gd name="T51" fmla="*/ 813738855 h 486"/>
                <a:gd name="T52" fmla="*/ 2147483646 w 325"/>
                <a:gd name="T53" fmla="*/ 566708674 h 486"/>
                <a:gd name="T54" fmla="*/ 1983611257 w 325"/>
                <a:gd name="T55" fmla="*/ 523118925 h 486"/>
                <a:gd name="T56" fmla="*/ 1954654317 w 325"/>
                <a:gd name="T57" fmla="*/ 406869428 h 486"/>
                <a:gd name="T58" fmla="*/ 1433414181 w 325"/>
                <a:gd name="T59" fmla="*/ 87187123 h 486"/>
                <a:gd name="T60" fmla="*/ 709467855 w 325"/>
                <a:gd name="T61" fmla="*/ 435931802 h 486"/>
                <a:gd name="T62" fmla="*/ 361973163 w 325"/>
                <a:gd name="T63" fmla="*/ 973578102 h 486"/>
                <a:gd name="T64" fmla="*/ 202706189 w 325"/>
                <a:gd name="T65" fmla="*/ 1264198032 h 486"/>
                <a:gd name="T66" fmla="*/ 57913880 w 325"/>
                <a:gd name="T67" fmla="*/ 1583884149 h 486"/>
                <a:gd name="T68" fmla="*/ 0 w 325"/>
                <a:gd name="T69" fmla="*/ 1685598647 h 486"/>
                <a:gd name="T70" fmla="*/ 43435410 w 325"/>
                <a:gd name="T71" fmla="*/ 1932628828 h 486"/>
                <a:gd name="T72" fmla="*/ 43435410 w 325"/>
                <a:gd name="T73" fmla="*/ 2147483646 h 486"/>
                <a:gd name="T74" fmla="*/ 883213299 w 325"/>
                <a:gd name="T75" fmla="*/ 2005280952 h 486"/>
                <a:gd name="T76" fmla="*/ 1187272582 w 325"/>
                <a:gd name="T77" fmla="*/ 2005280952 h 486"/>
                <a:gd name="T78" fmla="*/ 1650595034 w 325"/>
                <a:gd name="T79" fmla="*/ 1787316957 h 486"/>
                <a:gd name="T80" fmla="*/ 1838822753 w 325"/>
                <a:gd name="T81" fmla="*/ 1598411524 h 486"/>
                <a:gd name="T82" fmla="*/ 1998089727 w 325"/>
                <a:gd name="T83" fmla="*/ 1845441705 h 486"/>
                <a:gd name="T84" fmla="*/ 1824344283 w 325"/>
                <a:gd name="T85" fmla="*/ 1990749765 h 486"/>
                <a:gd name="T86" fmla="*/ 1780905068 w 325"/>
                <a:gd name="T87" fmla="*/ 2147483646 h 486"/>
                <a:gd name="T88" fmla="*/ 1780905068 w 325"/>
                <a:gd name="T89" fmla="*/ 2147483646 h 486"/>
                <a:gd name="T90" fmla="*/ 1940175847 w 325"/>
                <a:gd name="T91" fmla="*/ 2147483646 h 486"/>
                <a:gd name="T92" fmla="*/ 2070485882 w 325"/>
                <a:gd name="T93" fmla="*/ 2147483646 h 486"/>
                <a:gd name="T94" fmla="*/ 2147483646 w 325"/>
                <a:gd name="T95" fmla="*/ 2147483646 h 486"/>
                <a:gd name="T96" fmla="*/ 2147483646 w 325"/>
                <a:gd name="T97" fmla="*/ 2147483646 h 486"/>
                <a:gd name="T98" fmla="*/ 2147483646 w 325"/>
                <a:gd name="T99" fmla="*/ 2147483646 h 486"/>
                <a:gd name="T100" fmla="*/ 2147483646 w 325"/>
                <a:gd name="T101" fmla="*/ 2147483646 h 486"/>
                <a:gd name="T102" fmla="*/ 2147483646 w 325"/>
                <a:gd name="T103" fmla="*/ 2147483646 h 486"/>
                <a:gd name="T104" fmla="*/ 2147483646 w 325"/>
                <a:gd name="T105" fmla="*/ 2147483646 h 486"/>
                <a:gd name="T106" fmla="*/ 2099442821 w 325"/>
                <a:gd name="T107" fmla="*/ 2147483646 h 486"/>
                <a:gd name="T108" fmla="*/ 1737469659 w 325"/>
                <a:gd name="T109" fmla="*/ 2147483646 h 486"/>
                <a:gd name="T110" fmla="*/ 1722991189 w 325"/>
                <a:gd name="T111" fmla="*/ 2147483646 h 486"/>
                <a:gd name="T112" fmla="*/ 1462371121 w 325"/>
                <a:gd name="T113" fmla="*/ 2147483646 h 486"/>
                <a:gd name="T114" fmla="*/ 1751948129 w 325"/>
                <a:gd name="T115" fmla="*/ 2147483646 h 486"/>
                <a:gd name="T116" fmla="*/ 2147483646 w 325"/>
                <a:gd name="T117" fmla="*/ 2147483646 h 486"/>
                <a:gd name="T118" fmla="*/ 2147483646 w 325"/>
                <a:gd name="T119" fmla="*/ 2147483646 h 486"/>
                <a:gd name="T120" fmla="*/ 2147483646 w 325"/>
                <a:gd name="T121" fmla="*/ 2147483646 h 486"/>
                <a:gd name="T122" fmla="*/ 2147483646 w 325"/>
                <a:gd name="T123" fmla="*/ 2147483646 h 48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25" h="486">
                  <a:moveTo>
                    <a:pt x="246" y="459"/>
                  </a:moveTo>
                  <a:cubicBezTo>
                    <a:pt x="249" y="454"/>
                    <a:pt x="253" y="463"/>
                    <a:pt x="257" y="462"/>
                  </a:cubicBezTo>
                  <a:cubicBezTo>
                    <a:pt x="261" y="460"/>
                    <a:pt x="264" y="454"/>
                    <a:pt x="264" y="451"/>
                  </a:cubicBezTo>
                  <a:cubicBezTo>
                    <a:pt x="265" y="444"/>
                    <a:pt x="267" y="439"/>
                    <a:pt x="274" y="435"/>
                  </a:cubicBezTo>
                  <a:cubicBezTo>
                    <a:pt x="279" y="432"/>
                    <a:pt x="285" y="430"/>
                    <a:pt x="288" y="425"/>
                  </a:cubicBezTo>
                  <a:cubicBezTo>
                    <a:pt x="290" y="422"/>
                    <a:pt x="292" y="417"/>
                    <a:pt x="290" y="413"/>
                  </a:cubicBezTo>
                  <a:cubicBezTo>
                    <a:pt x="289" y="411"/>
                    <a:pt x="287" y="411"/>
                    <a:pt x="288" y="409"/>
                  </a:cubicBezTo>
                  <a:cubicBezTo>
                    <a:pt x="289" y="407"/>
                    <a:pt x="293" y="406"/>
                    <a:pt x="294" y="404"/>
                  </a:cubicBezTo>
                  <a:cubicBezTo>
                    <a:pt x="297" y="400"/>
                    <a:pt x="291" y="395"/>
                    <a:pt x="291" y="390"/>
                  </a:cubicBezTo>
                  <a:cubicBezTo>
                    <a:pt x="291" y="382"/>
                    <a:pt x="293" y="374"/>
                    <a:pt x="292" y="366"/>
                  </a:cubicBezTo>
                  <a:cubicBezTo>
                    <a:pt x="291" y="356"/>
                    <a:pt x="291" y="356"/>
                    <a:pt x="291" y="356"/>
                  </a:cubicBezTo>
                  <a:cubicBezTo>
                    <a:pt x="291" y="354"/>
                    <a:pt x="288" y="354"/>
                    <a:pt x="287" y="352"/>
                  </a:cubicBezTo>
                  <a:cubicBezTo>
                    <a:pt x="286" y="351"/>
                    <a:pt x="286" y="348"/>
                    <a:pt x="285" y="347"/>
                  </a:cubicBezTo>
                  <a:cubicBezTo>
                    <a:pt x="282" y="344"/>
                    <a:pt x="279" y="346"/>
                    <a:pt x="275" y="346"/>
                  </a:cubicBezTo>
                  <a:cubicBezTo>
                    <a:pt x="266" y="348"/>
                    <a:pt x="271" y="339"/>
                    <a:pt x="272" y="334"/>
                  </a:cubicBezTo>
                  <a:cubicBezTo>
                    <a:pt x="272" y="329"/>
                    <a:pt x="267" y="326"/>
                    <a:pt x="265" y="323"/>
                  </a:cubicBezTo>
                  <a:cubicBezTo>
                    <a:pt x="263" y="321"/>
                    <a:pt x="261" y="319"/>
                    <a:pt x="258" y="316"/>
                  </a:cubicBezTo>
                  <a:cubicBezTo>
                    <a:pt x="251" y="309"/>
                    <a:pt x="265" y="313"/>
                    <a:pt x="269" y="312"/>
                  </a:cubicBezTo>
                  <a:cubicBezTo>
                    <a:pt x="280" y="311"/>
                    <a:pt x="266" y="302"/>
                    <a:pt x="269" y="297"/>
                  </a:cubicBezTo>
                  <a:cubicBezTo>
                    <a:pt x="272" y="293"/>
                    <a:pt x="279" y="299"/>
                    <a:pt x="283" y="299"/>
                  </a:cubicBezTo>
                  <a:cubicBezTo>
                    <a:pt x="291" y="297"/>
                    <a:pt x="294" y="286"/>
                    <a:pt x="289" y="281"/>
                  </a:cubicBezTo>
                  <a:cubicBezTo>
                    <a:pt x="288" y="279"/>
                    <a:pt x="285" y="278"/>
                    <a:pt x="284" y="275"/>
                  </a:cubicBezTo>
                  <a:cubicBezTo>
                    <a:pt x="282" y="271"/>
                    <a:pt x="286" y="263"/>
                    <a:pt x="287" y="258"/>
                  </a:cubicBezTo>
                  <a:cubicBezTo>
                    <a:pt x="283" y="255"/>
                    <a:pt x="280" y="252"/>
                    <a:pt x="280" y="247"/>
                  </a:cubicBezTo>
                  <a:cubicBezTo>
                    <a:pt x="280" y="243"/>
                    <a:pt x="283" y="240"/>
                    <a:pt x="285" y="236"/>
                  </a:cubicBezTo>
                  <a:cubicBezTo>
                    <a:pt x="287" y="232"/>
                    <a:pt x="288" y="227"/>
                    <a:pt x="290" y="222"/>
                  </a:cubicBezTo>
                  <a:cubicBezTo>
                    <a:pt x="292" y="217"/>
                    <a:pt x="295" y="212"/>
                    <a:pt x="299" y="208"/>
                  </a:cubicBezTo>
                  <a:cubicBezTo>
                    <a:pt x="302" y="203"/>
                    <a:pt x="304" y="199"/>
                    <a:pt x="308" y="194"/>
                  </a:cubicBezTo>
                  <a:cubicBezTo>
                    <a:pt x="311" y="190"/>
                    <a:pt x="315" y="186"/>
                    <a:pt x="318" y="182"/>
                  </a:cubicBezTo>
                  <a:cubicBezTo>
                    <a:pt x="321" y="176"/>
                    <a:pt x="314" y="171"/>
                    <a:pt x="309" y="168"/>
                  </a:cubicBezTo>
                  <a:cubicBezTo>
                    <a:pt x="306" y="166"/>
                    <a:pt x="303" y="166"/>
                    <a:pt x="300" y="163"/>
                  </a:cubicBezTo>
                  <a:cubicBezTo>
                    <a:pt x="297" y="161"/>
                    <a:pt x="295" y="159"/>
                    <a:pt x="291" y="157"/>
                  </a:cubicBezTo>
                  <a:cubicBezTo>
                    <a:pt x="285" y="154"/>
                    <a:pt x="287" y="153"/>
                    <a:pt x="288" y="147"/>
                  </a:cubicBezTo>
                  <a:cubicBezTo>
                    <a:pt x="289" y="143"/>
                    <a:pt x="288" y="142"/>
                    <a:pt x="291" y="138"/>
                  </a:cubicBezTo>
                  <a:cubicBezTo>
                    <a:pt x="292" y="136"/>
                    <a:pt x="297" y="133"/>
                    <a:pt x="299" y="131"/>
                  </a:cubicBezTo>
                  <a:cubicBezTo>
                    <a:pt x="303" y="128"/>
                    <a:pt x="306" y="130"/>
                    <a:pt x="310" y="131"/>
                  </a:cubicBezTo>
                  <a:cubicBezTo>
                    <a:pt x="314" y="133"/>
                    <a:pt x="316" y="133"/>
                    <a:pt x="319" y="130"/>
                  </a:cubicBezTo>
                  <a:cubicBezTo>
                    <a:pt x="321" y="127"/>
                    <a:pt x="325" y="121"/>
                    <a:pt x="323" y="118"/>
                  </a:cubicBezTo>
                  <a:cubicBezTo>
                    <a:pt x="322" y="115"/>
                    <a:pt x="313" y="116"/>
                    <a:pt x="311" y="115"/>
                  </a:cubicBezTo>
                  <a:cubicBezTo>
                    <a:pt x="308" y="114"/>
                    <a:pt x="306" y="112"/>
                    <a:pt x="303" y="110"/>
                  </a:cubicBezTo>
                  <a:cubicBezTo>
                    <a:pt x="299" y="109"/>
                    <a:pt x="295" y="109"/>
                    <a:pt x="292" y="107"/>
                  </a:cubicBezTo>
                  <a:cubicBezTo>
                    <a:pt x="289" y="106"/>
                    <a:pt x="285" y="105"/>
                    <a:pt x="282" y="103"/>
                  </a:cubicBezTo>
                  <a:cubicBezTo>
                    <a:pt x="281" y="102"/>
                    <a:pt x="279" y="99"/>
                    <a:pt x="277" y="99"/>
                  </a:cubicBezTo>
                  <a:cubicBezTo>
                    <a:pt x="274" y="99"/>
                    <a:pt x="270" y="100"/>
                    <a:pt x="267" y="101"/>
                  </a:cubicBezTo>
                  <a:cubicBezTo>
                    <a:pt x="256" y="104"/>
                    <a:pt x="249" y="95"/>
                    <a:pt x="245" y="87"/>
                  </a:cubicBezTo>
                  <a:cubicBezTo>
                    <a:pt x="241" y="81"/>
                    <a:pt x="237" y="84"/>
                    <a:pt x="232" y="86"/>
                  </a:cubicBezTo>
                  <a:cubicBezTo>
                    <a:pt x="226" y="89"/>
                    <a:pt x="222" y="87"/>
                    <a:pt x="217" y="88"/>
                  </a:cubicBezTo>
                  <a:cubicBezTo>
                    <a:pt x="209" y="90"/>
                    <a:pt x="213" y="98"/>
                    <a:pt x="207" y="102"/>
                  </a:cubicBezTo>
                  <a:cubicBezTo>
                    <a:pt x="202" y="105"/>
                    <a:pt x="196" y="100"/>
                    <a:pt x="190" y="104"/>
                  </a:cubicBezTo>
                  <a:cubicBezTo>
                    <a:pt x="188" y="106"/>
                    <a:pt x="187" y="109"/>
                    <a:pt x="184" y="107"/>
                  </a:cubicBezTo>
                  <a:cubicBezTo>
                    <a:pt x="180" y="105"/>
                    <a:pt x="178" y="95"/>
                    <a:pt x="177" y="92"/>
                  </a:cubicBezTo>
                  <a:cubicBezTo>
                    <a:pt x="173" y="83"/>
                    <a:pt x="159" y="66"/>
                    <a:pt x="168" y="56"/>
                  </a:cubicBezTo>
                  <a:cubicBezTo>
                    <a:pt x="171" y="52"/>
                    <a:pt x="170" y="51"/>
                    <a:pt x="167" y="47"/>
                  </a:cubicBezTo>
                  <a:cubicBezTo>
                    <a:pt x="163" y="43"/>
                    <a:pt x="160" y="42"/>
                    <a:pt x="156" y="39"/>
                  </a:cubicBezTo>
                  <a:cubicBezTo>
                    <a:pt x="153" y="36"/>
                    <a:pt x="154" y="28"/>
                    <a:pt x="149" y="28"/>
                  </a:cubicBezTo>
                  <a:cubicBezTo>
                    <a:pt x="144" y="27"/>
                    <a:pt x="141" y="35"/>
                    <a:pt x="137" y="36"/>
                  </a:cubicBezTo>
                  <a:cubicBezTo>
                    <a:pt x="134" y="37"/>
                    <a:pt x="130" y="37"/>
                    <a:pt x="130" y="35"/>
                  </a:cubicBezTo>
                  <a:cubicBezTo>
                    <a:pt x="129" y="32"/>
                    <a:pt x="133" y="29"/>
                    <a:pt x="135" y="28"/>
                  </a:cubicBezTo>
                  <a:cubicBezTo>
                    <a:pt x="142" y="23"/>
                    <a:pt x="144" y="21"/>
                    <a:pt x="147" y="13"/>
                  </a:cubicBezTo>
                  <a:cubicBezTo>
                    <a:pt x="128" y="22"/>
                    <a:pt x="115" y="13"/>
                    <a:pt x="99" y="6"/>
                  </a:cubicBezTo>
                  <a:cubicBezTo>
                    <a:pt x="85" y="0"/>
                    <a:pt x="67" y="10"/>
                    <a:pt x="58" y="20"/>
                  </a:cubicBezTo>
                  <a:cubicBezTo>
                    <a:pt x="54" y="23"/>
                    <a:pt x="52" y="27"/>
                    <a:pt x="49" y="30"/>
                  </a:cubicBezTo>
                  <a:cubicBezTo>
                    <a:pt x="46" y="34"/>
                    <a:pt x="42" y="36"/>
                    <a:pt x="38" y="40"/>
                  </a:cubicBezTo>
                  <a:cubicBezTo>
                    <a:pt x="31" y="47"/>
                    <a:pt x="27" y="57"/>
                    <a:pt x="25" y="67"/>
                  </a:cubicBezTo>
                  <a:cubicBezTo>
                    <a:pt x="24" y="71"/>
                    <a:pt x="22" y="73"/>
                    <a:pt x="19" y="76"/>
                  </a:cubicBezTo>
                  <a:cubicBezTo>
                    <a:pt x="16" y="79"/>
                    <a:pt x="15" y="82"/>
                    <a:pt x="14" y="87"/>
                  </a:cubicBezTo>
                  <a:cubicBezTo>
                    <a:pt x="13" y="95"/>
                    <a:pt x="4" y="101"/>
                    <a:pt x="0" y="108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20"/>
                    <a:pt x="0" y="124"/>
                    <a:pt x="1" y="128"/>
                  </a:cubicBezTo>
                  <a:cubicBezTo>
                    <a:pt x="1" y="130"/>
                    <a:pt x="2" y="131"/>
                    <a:pt x="3" y="133"/>
                  </a:cubicBezTo>
                  <a:cubicBezTo>
                    <a:pt x="4" y="136"/>
                    <a:pt x="4" y="139"/>
                    <a:pt x="5" y="141"/>
                  </a:cubicBezTo>
                  <a:cubicBezTo>
                    <a:pt x="3" y="148"/>
                    <a:pt x="3" y="148"/>
                    <a:pt x="3" y="148"/>
                  </a:cubicBezTo>
                  <a:cubicBezTo>
                    <a:pt x="14" y="146"/>
                    <a:pt x="22" y="141"/>
                    <a:pt x="33" y="138"/>
                  </a:cubicBezTo>
                  <a:cubicBezTo>
                    <a:pt x="40" y="136"/>
                    <a:pt x="54" y="133"/>
                    <a:pt x="61" y="138"/>
                  </a:cubicBezTo>
                  <a:cubicBezTo>
                    <a:pt x="65" y="142"/>
                    <a:pt x="66" y="145"/>
                    <a:pt x="73" y="142"/>
                  </a:cubicBezTo>
                  <a:cubicBezTo>
                    <a:pt x="76" y="141"/>
                    <a:pt x="79" y="139"/>
                    <a:pt x="82" y="138"/>
                  </a:cubicBezTo>
                  <a:cubicBezTo>
                    <a:pt x="86" y="137"/>
                    <a:pt x="94" y="141"/>
                    <a:pt x="98" y="138"/>
                  </a:cubicBezTo>
                  <a:cubicBezTo>
                    <a:pt x="105" y="132"/>
                    <a:pt x="104" y="125"/>
                    <a:pt x="114" y="123"/>
                  </a:cubicBezTo>
                  <a:cubicBezTo>
                    <a:pt x="119" y="122"/>
                    <a:pt x="119" y="121"/>
                    <a:pt x="122" y="118"/>
                  </a:cubicBezTo>
                  <a:cubicBezTo>
                    <a:pt x="124" y="115"/>
                    <a:pt x="125" y="112"/>
                    <a:pt x="127" y="110"/>
                  </a:cubicBezTo>
                  <a:cubicBezTo>
                    <a:pt x="132" y="104"/>
                    <a:pt x="135" y="101"/>
                    <a:pt x="140" y="108"/>
                  </a:cubicBezTo>
                  <a:cubicBezTo>
                    <a:pt x="145" y="113"/>
                    <a:pt x="146" y="123"/>
                    <a:pt x="138" y="127"/>
                  </a:cubicBezTo>
                  <a:cubicBezTo>
                    <a:pt x="136" y="128"/>
                    <a:pt x="132" y="127"/>
                    <a:pt x="130" y="129"/>
                  </a:cubicBezTo>
                  <a:cubicBezTo>
                    <a:pt x="127" y="130"/>
                    <a:pt x="127" y="135"/>
                    <a:pt x="126" y="137"/>
                  </a:cubicBezTo>
                  <a:cubicBezTo>
                    <a:pt x="124" y="140"/>
                    <a:pt x="118" y="143"/>
                    <a:pt x="118" y="146"/>
                  </a:cubicBezTo>
                  <a:cubicBezTo>
                    <a:pt x="117" y="150"/>
                    <a:pt x="120" y="150"/>
                    <a:pt x="123" y="152"/>
                  </a:cubicBezTo>
                  <a:cubicBezTo>
                    <a:pt x="127" y="155"/>
                    <a:pt x="129" y="155"/>
                    <a:pt x="128" y="160"/>
                  </a:cubicBezTo>
                  <a:cubicBezTo>
                    <a:pt x="127" y="163"/>
                    <a:pt x="126" y="165"/>
                    <a:pt x="123" y="167"/>
                  </a:cubicBezTo>
                  <a:cubicBezTo>
                    <a:pt x="118" y="172"/>
                    <a:pt x="114" y="178"/>
                    <a:pt x="123" y="183"/>
                  </a:cubicBezTo>
                  <a:cubicBezTo>
                    <a:pt x="126" y="185"/>
                    <a:pt x="130" y="186"/>
                    <a:pt x="134" y="188"/>
                  </a:cubicBezTo>
                  <a:cubicBezTo>
                    <a:pt x="135" y="189"/>
                    <a:pt x="138" y="189"/>
                    <a:pt x="140" y="190"/>
                  </a:cubicBezTo>
                  <a:cubicBezTo>
                    <a:pt x="142" y="192"/>
                    <a:pt x="142" y="193"/>
                    <a:pt x="143" y="195"/>
                  </a:cubicBezTo>
                  <a:cubicBezTo>
                    <a:pt x="146" y="201"/>
                    <a:pt x="151" y="205"/>
                    <a:pt x="153" y="211"/>
                  </a:cubicBezTo>
                  <a:cubicBezTo>
                    <a:pt x="156" y="219"/>
                    <a:pt x="167" y="216"/>
                    <a:pt x="170" y="224"/>
                  </a:cubicBezTo>
                  <a:cubicBezTo>
                    <a:pt x="170" y="226"/>
                    <a:pt x="168" y="230"/>
                    <a:pt x="167" y="233"/>
                  </a:cubicBezTo>
                  <a:cubicBezTo>
                    <a:pt x="165" y="237"/>
                    <a:pt x="164" y="240"/>
                    <a:pt x="164" y="245"/>
                  </a:cubicBezTo>
                  <a:cubicBezTo>
                    <a:pt x="164" y="257"/>
                    <a:pt x="176" y="250"/>
                    <a:pt x="181" y="258"/>
                  </a:cubicBezTo>
                  <a:cubicBezTo>
                    <a:pt x="184" y="263"/>
                    <a:pt x="173" y="268"/>
                    <a:pt x="171" y="272"/>
                  </a:cubicBezTo>
                  <a:cubicBezTo>
                    <a:pt x="164" y="281"/>
                    <a:pt x="176" y="279"/>
                    <a:pt x="180" y="281"/>
                  </a:cubicBezTo>
                  <a:cubicBezTo>
                    <a:pt x="184" y="284"/>
                    <a:pt x="179" y="285"/>
                    <a:pt x="178" y="288"/>
                  </a:cubicBezTo>
                  <a:cubicBezTo>
                    <a:pt x="178" y="292"/>
                    <a:pt x="183" y="293"/>
                    <a:pt x="185" y="296"/>
                  </a:cubicBezTo>
                  <a:cubicBezTo>
                    <a:pt x="183" y="299"/>
                    <a:pt x="178" y="302"/>
                    <a:pt x="175" y="304"/>
                  </a:cubicBezTo>
                  <a:cubicBezTo>
                    <a:pt x="171" y="306"/>
                    <a:pt x="168" y="308"/>
                    <a:pt x="165" y="311"/>
                  </a:cubicBezTo>
                  <a:cubicBezTo>
                    <a:pt x="163" y="312"/>
                    <a:pt x="161" y="316"/>
                    <a:pt x="158" y="316"/>
                  </a:cubicBezTo>
                  <a:cubicBezTo>
                    <a:pt x="155" y="316"/>
                    <a:pt x="143" y="296"/>
                    <a:pt x="141" y="305"/>
                  </a:cubicBezTo>
                  <a:cubicBezTo>
                    <a:pt x="141" y="310"/>
                    <a:pt x="146" y="315"/>
                    <a:pt x="145" y="320"/>
                  </a:cubicBezTo>
                  <a:cubicBezTo>
                    <a:pt x="144" y="325"/>
                    <a:pt x="137" y="325"/>
                    <a:pt x="132" y="325"/>
                  </a:cubicBezTo>
                  <a:cubicBezTo>
                    <a:pt x="129" y="326"/>
                    <a:pt x="122" y="324"/>
                    <a:pt x="120" y="328"/>
                  </a:cubicBezTo>
                  <a:cubicBezTo>
                    <a:pt x="115" y="335"/>
                    <a:pt x="126" y="337"/>
                    <a:pt x="130" y="339"/>
                  </a:cubicBezTo>
                  <a:cubicBezTo>
                    <a:pt x="133" y="343"/>
                    <a:pt x="122" y="349"/>
                    <a:pt x="119" y="352"/>
                  </a:cubicBezTo>
                  <a:cubicBezTo>
                    <a:pt x="116" y="355"/>
                    <a:pt x="114" y="358"/>
                    <a:pt x="110" y="362"/>
                  </a:cubicBezTo>
                  <a:cubicBezTo>
                    <a:pt x="107" y="365"/>
                    <a:pt x="103" y="366"/>
                    <a:pt x="101" y="371"/>
                  </a:cubicBezTo>
                  <a:cubicBezTo>
                    <a:pt x="104" y="376"/>
                    <a:pt x="107" y="380"/>
                    <a:pt x="109" y="385"/>
                  </a:cubicBezTo>
                  <a:cubicBezTo>
                    <a:pt x="121" y="384"/>
                    <a:pt x="121" y="384"/>
                    <a:pt x="121" y="384"/>
                  </a:cubicBezTo>
                  <a:cubicBezTo>
                    <a:pt x="126" y="389"/>
                    <a:pt x="130" y="390"/>
                    <a:pt x="137" y="390"/>
                  </a:cubicBezTo>
                  <a:cubicBezTo>
                    <a:pt x="143" y="397"/>
                    <a:pt x="149" y="404"/>
                    <a:pt x="156" y="410"/>
                  </a:cubicBezTo>
                  <a:cubicBezTo>
                    <a:pt x="162" y="415"/>
                    <a:pt x="164" y="421"/>
                    <a:pt x="169" y="427"/>
                  </a:cubicBezTo>
                  <a:cubicBezTo>
                    <a:pt x="172" y="433"/>
                    <a:pt x="179" y="436"/>
                    <a:pt x="183" y="441"/>
                  </a:cubicBezTo>
                  <a:cubicBezTo>
                    <a:pt x="189" y="448"/>
                    <a:pt x="195" y="454"/>
                    <a:pt x="200" y="461"/>
                  </a:cubicBezTo>
                  <a:cubicBezTo>
                    <a:pt x="210" y="460"/>
                    <a:pt x="210" y="460"/>
                    <a:pt x="210" y="460"/>
                  </a:cubicBezTo>
                  <a:cubicBezTo>
                    <a:pt x="216" y="462"/>
                    <a:pt x="222" y="468"/>
                    <a:pt x="228" y="472"/>
                  </a:cubicBezTo>
                  <a:cubicBezTo>
                    <a:pt x="234" y="476"/>
                    <a:pt x="239" y="479"/>
                    <a:pt x="242" y="486"/>
                  </a:cubicBezTo>
                  <a:cubicBezTo>
                    <a:pt x="248" y="476"/>
                    <a:pt x="242" y="465"/>
                    <a:pt x="246" y="459"/>
                  </a:cubicBezTo>
                  <a:close/>
                </a:path>
              </a:pathLst>
            </a:custGeom>
            <a:solidFill>
              <a:schemeClr val="accent4">
                <a:lumMod val="9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AF8C7348-12A8-EB61-983C-72876318F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0450" y="2820988"/>
              <a:ext cx="3140075" cy="1179512"/>
            </a:xfrm>
            <a:custGeom>
              <a:avLst/>
              <a:gdLst>
                <a:gd name="T0" fmla="*/ 2147483646 w 825"/>
                <a:gd name="T1" fmla="*/ 2147483646 h 310"/>
                <a:gd name="T2" fmla="*/ 2147483646 w 825"/>
                <a:gd name="T3" fmla="*/ 1968883284 h 310"/>
                <a:gd name="T4" fmla="*/ 2147483646 w 825"/>
                <a:gd name="T5" fmla="*/ 1766205074 h 310"/>
                <a:gd name="T6" fmla="*/ 2147483646 w 825"/>
                <a:gd name="T7" fmla="*/ 1158166638 h 310"/>
                <a:gd name="T8" fmla="*/ 2147483646 w 825"/>
                <a:gd name="T9" fmla="*/ 608038436 h 310"/>
                <a:gd name="T10" fmla="*/ 2147483646 w 825"/>
                <a:gd name="T11" fmla="*/ 347449991 h 310"/>
                <a:gd name="T12" fmla="*/ 2147483646 w 825"/>
                <a:gd name="T13" fmla="*/ 550128202 h 310"/>
                <a:gd name="T14" fmla="*/ 2147483646 w 825"/>
                <a:gd name="T15" fmla="*/ 304017316 h 310"/>
                <a:gd name="T16" fmla="*/ 2147483646 w 825"/>
                <a:gd name="T17" fmla="*/ 115816664 h 310"/>
                <a:gd name="T18" fmla="*/ 2147483646 w 825"/>
                <a:gd name="T19" fmla="*/ 173726898 h 310"/>
                <a:gd name="T20" fmla="*/ 2147483646 w 825"/>
                <a:gd name="T21" fmla="*/ 188200652 h 310"/>
                <a:gd name="T22" fmla="*/ 2147483646 w 825"/>
                <a:gd name="T23" fmla="*/ 130294222 h 310"/>
                <a:gd name="T24" fmla="*/ 2147483646 w 825"/>
                <a:gd name="T25" fmla="*/ 0 h 310"/>
                <a:gd name="T26" fmla="*/ 2147483646 w 825"/>
                <a:gd name="T27" fmla="*/ 260588445 h 310"/>
                <a:gd name="T28" fmla="*/ 2147483646 w 825"/>
                <a:gd name="T29" fmla="*/ 159249340 h 310"/>
                <a:gd name="T30" fmla="*/ 2147483646 w 825"/>
                <a:gd name="T31" fmla="*/ 521176889 h 310"/>
                <a:gd name="T32" fmla="*/ 2147483646 w 825"/>
                <a:gd name="T33" fmla="*/ 709377541 h 310"/>
                <a:gd name="T34" fmla="*/ 2147483646 w 825"/>
                <a:gd name="T35" fmla="*/ 984443544 h 310"/>
                <a:gd name="T36" fmla="*/ 2147483646 w 825"/>
                <a:gd name="T37" fmla="*/ 781761529 h 310"/>
                <a:gd name="T38" fmla="*/ 2147483646 w 825"/>
                <a:gd name="T39" fmla="*/ 608038436 h 310"/>
                <a:gd name="T40" fmla="*/ 2147483646 w 825"/>
                <a:gd name="T41" fmla="*/ 564605760 h 310"/>
                <a:gd name="T42" fmla="*/ 2147483646 w 825"/>
                <a:gd name="T43" fmla="*/ 347449991 h 310"/>
                <a:gd name="T44" fmla="*/ 2147483646 w 825"/>
                <a:gd name="T45" fmla="*/ 173726898 h 310"/>
                <a:gd name="T46" fmla="*/ 2147483646 w 825"/>
                <a:gd name="T47" fmla="*/ 304017316 h 310"/>
                <a:gd name="T48" fmla="*/ 2147483646 w 825"/>
                <a:gd name="T49" fmla="*/ 304017316 h 310"/>
                <a:gd name="T50" fmla="*/ 2147483646 w 825"/>
                <a:gd name="T51" fmla="*/ 463266655 h 310"/>
                <a:gd name="T52" fmla="*/ 2147483646 w 825"/>
                <a:gd name="T53" fmla="*/ 260588445 h 310"/>
                <a:gd name="T54" fmla="*/ 2147483646 w 825"/>
                <a:gd name="T55" fmla="*/ 332972433 h 310"/>
                <a:gd name="T56" fmla="*/ 2147483646 w 825"/>
                <a:gd name="T57" fmla="*/ 347449991 h 310"/>
                <a:gd name="T58" fmla="*/ 2147483646 w 825"/>
                <a:gd name="T59" fmla="*/ 419833979 h 310"/>
                <a:gd name="T60" fmla="*/ 1970204852 w 825"/>
                <a:gd name="T61" fmla="*/ 347449991 h 310"/>
                <a:gd name="T62" fmla="*/ 1926742408 w 825"/>
                <a:gd name="T63" fmla="*/ 752810217 h 310"/>
                <a:gd name="T64" fmla="*/ 1289322407 w 825"/>
                <a:gd name="T65" fmla="*/ 897578193 h 310"/>
                <a:gd name="T66" fmla="*/ 970614310 w 825"/>
                <a:gd name="T67" fmla="*/ 1404277524 h 310"/>
                <a:gd name="T68" fmla="*/ 883693228 w 825"/>
                <a:gd name="T69" fmla="*/ 1780682632 h 310"/>
                <a:gd name="T70" fmla="*/ 217300802 w 825"/>
                <a:gd name="T71" fmla="*/ 1418755082 h 310"/>
                <a:gd name="T72" fmla="*/ 376656754 w 825"/>
                <a:gd name="T73" fmla="*/ 2147483646 h 310"/>
                <a:gd name="T74" fmla="*/ 637420000 w 825"/>
                <a:gd name="T75" fmla="*/ 2147483646 h 310"/>
                <a:gd name="T76" fmla="*/ 767799721 w 825"/>
                <a:gd name="T77" fmla="*/ 2147483646 h 310"/>
                <a:gd name="T78" fmla="*/ 1332784851 w 825"/>
                <a:gd name="T79" fmla="*/ 2147483646 h 310"/>
                <a:gd name="T80" fmla="*/ 1868797557 w 825"/>
                <a:gd name="T81" fmla="*/ 2147483646 h 310"/>
                <a:gd name="T82" fmla="*/ 2147483646 w 825"/>
                <a:gd name="T83" fmla="*/ 2147483646 h 310"/>
                <a:gd name="T84" fmla="*/ 2147483646 w 825"/>
                <a:gd name="T85" fmla="*/ 2147483646 h 310"/>
                <a:gd name="T86" fmla="*/ 2147483646 w 825"/>
                <a:gd name="T87" fmla="*/ 2147483646 h 310"/>
                <a:gd name="T88" fmla="*/ 2147483646 w 825"/>
                <a:gd name="T89" fmla="*/ 2147483646 h 310"/>
                <a:gd name="T90" fmla="*/ 2147483646 w 825"/>
                <a:gd name="T91" fmla="*/ 2147483646 h 310"/>
                <a:gd name="T92" fmla="*/ 2147483646 w 825"/>
                <a:gd name="T93" fmla="*/ 2147483646 h 310"/>
                <a:gd name="T94" fmla="*/ 2147483646 w 825"/>
                <a:gd name="T95" fmla="*/ 2147483646 h 310"/>
                <a:gd name="T96" fmla="*/ 2147483646 w 825"/>
                <a:gd name="T97" fmla="*/ 2147483646 h 310"/>
                <a:gd name="T98" fmla="*/ 2147483646 w 825"/>
                <a:gd name="T99" fmla="*/ 2147483646 h 310"/>
                <a:gd name="T100" fmla="*/ 2147483646 w 825"/>
                <a:gd name="T101" fmla="*/ 2147483646 h 310"/>
                <a:gd name="T102" fmla="*/ 2147483646 w 825"/>
                <a:gd name="T103" fmla="*/ 2147483646 h 310"/>
                <a:gd name="T104" fmla="*/ 2147483646 w 825"/>
                <a:gd name="T105" fmla="*/ 2147483646 h 310"/>
                <a:gd name="T106" fmla="*/ 2147483646 w 825"/>
                <a:gd name="T107" fmla="*/ 2147483646 h 310"/>
                <a:gd name="T108" fmla="*/ 2147483646 w 825"/>
                <a:gd name="T109" fmla="*/ 2147483646 h 310"/>
                <a:gd name="T110" fmla="*/ 2147483646 w 825"/>
                <a:gd name="T111" fmla="*/ 2147483646 h 31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825" h="310">
                  <a:moveTo>
                    <a:pt x="825" y="165"/>
                  </a:moveTo>
                  <a:cubicBezTo>
                    <a:pt x="825" y="163"/>
                    <a:pt x="825" y="163"/>
                    <a:pt x="825" y="163"/>
                  </a:cubicBezTo>
                  <a:cubicBezTo>
                    <a:pt x="822" y="159"/>
                    <a:pt x="808" y="158"/>
                    <a:pt x="805" y="162"/>
                  </a:cubicBezTo>
                  <a:cubicBezTo>
                    <a:pt x="802" y="161"/>
                    <a:pt x="798" y="158"/>
                    <a:pt x="796" y="156"/>
                  </a:cubicBezTo>
                  <a:cubicBezTo>
                    <a:pt x="790" y="156"/>
                    <a:pt x="783" y="158"/>
                    <a:pt x="778" y="154"/>
                  </a:cubicBezTo>
                  <a:cubicBezTo>
                    <a:pt x="776" y="152"/>
                    <a:pt x="775" y="148"/>
                    <a:pt x="773" y="145"/>
                  </a:cubicBezTo>
                  <a:cubicBezTo>
                    <a:pt x="771" y="142"/>
                    <a:pt x="769" y="140"/>
                    <a:pt x="767" y="137"/>
                  </a:cubicBezTo>
                  <a:cubicBezTo>
                    <a:pt x="756" y="137"/>
                    <a:pt x="756" y="137"/>
                    <a:pt x="756" y="137"/>
                  </a:cubicBezTo>
                  <a:cubicBezTo>
                    <a:pt x="750" y="141"/>
                    <a:pt x="750" y="141"/>
                    <a:pt x="750" y="141"/>
                  </a:cubicBezTo>
                  <a:cubicBezTo>
                    <a:pt x="745" y="139"/>
                    <a:pt x="740" y="137"/>
                    <a:pt x="735" y="136"/>
                  </a:cubicBezTo>
                  <a:cubicBezTo>
                    <a:pt x="732" y="135"/>
                    <a:pt x="727" y="136"/>
                    <a:pt x="724" y="134"/>
                  </a:cubicBezTo>
                  <a:cubicBezTo>
                    <a:pt x="724" y="131"/>
                    <a:pt x="727" y="126"/>
                    <a:pt x="725" y="123"/>
                  </a:cubicBezTo>
                  <a:cubicBezTo>
                    <a:pt x="724" y="122"/>
                    <a:pt x="722" y="120"/>
                    <a:pt x="720" y="120"/>
                  </a:cubicBezTo>
                  <a:cubicBezTo>
                    <a:pt x="717" y="121"/>
                    <a:pt x="706" y="126"/>
                    <a:pt x="703" y="127"/>
                  </a:cubicBezTo>
                  <a:cubicBezTo>
                    <a:pt x="701" y="123"/>
                    <a:pt x="694" y="122"/>
                    <a:pt x="690" y="122"/>
                  </a:cubicBezTo>
                  <a:cubicBezTo>
                    <a:pt x="687" y="115"/>
                    <a:pt x="687" y="115"/>
                    <a:pt x="687" y="115"/>
                  </a:cubicBezTo>
                  <a:cubicBezTo>
                    <a:pt x="678" y="115"/>
                    <a:pt x="678" y="115"/>
                    <a:pt x="678" y="115"/>
                  </a:cubicBezTo>
                  <a:cubicBezTo>
                    <a:pt x="673" y="110"/>
                    <a:pt x="662" y="112"/>
                    <a:pt x="657" y="106"/>
                  </a:cubicBezTo>
                  <a:cubicBezTo>
                    <a:pt x="654" y="100"/>
                    <a:pt x="659" y="85"/>
                    <a:pt x="657" y="81"/>
                  </a:cubicBezTo>
                  <a:cubicBezTo>
                    <a:pt x="656" y="80"/>
                    <a:pt x="656" y="80"/>
                    <a:pt x="656" y="80"/>
                  </a:cubicBezTo>
                  <a:cubicBezTo>
                    <a:pt x="655" y="78"/>
                    <a:pt x="655" y="78"/>
                    <a:pt x="655" y="78"/>
                  </a:cubicBezTo>
                  <a:cubicBezTo>
                    <a:pt x="659" y="73"/>
                    <a:pt x="649" y="67"/>
                    <a:pt x="646" y="64"/>
                  </a:cubicBezTo>
                  <a:cubicBezTo>
                    <a:pt x="643" y="61"/>
                    <a:pt x="641" y="58"/>
                    <a:pt x="640" y="54"/>
                  </a:cubicBezTo>
                  <a:cubicBezTo>
                    <a:pt x="638" y="51"/>
                    <a:pt x="638" y="47"/>
                    <a:pt x="635" y="44"/>
                  </a:cubicBezTo>
                  <a:cubicBezTo>
                    <a:pt x="632" y="42"/>
                    <a:pt x="632" y="42"/>
                    <a:pt x="632" y="42"/>
                  </a:cubicBezTo>
                  <a:cubicBezTo>
                    <a:pt x="627" y="43"/>
                    <a:pt x="627" y="43"/>
                    <a:pt x="627" y="43"/>
                  </a:cubicBezTo>
                  <a:cubicBezTo>
                    <a:pt x="624" y="40"/>
                    <a:pt x="620" y="40"/>
                    <a:pt x="616" y="40"/>
                  </a:cubicBezTo>
                  <a:cubicBezTo>
                    <a:pt x="614" y="38"/>
                    <a:pt x="612" y="36"/>
                    <a:pt x="612" y="34"/>
                  </a:cubicBezTo>
                  <a:cubicBezTo>
                    <a:pt x="610" y="33"/>
                    <a:pt x="605" y="32"/>
                    <a:pt x="603" y="32"/>
                  </a:cubicBezTo>
                  <a:cubicBezTo>
                    <a:pt x="602" y="29"/>
                    <a:pt x="600" y="26"/>
                    <a:pt x="598" y="24"/>
                  </a:cubicBezTo>
                  <a:cubicBezTo>
                    <a:pt x="596" y="24"/>
                    <a:pt x="596" y="24"/>
                    <a:pt x="596" y="24"/>
                  </a:cubicBezTo>
                  <a:cubicBezTo>
                    <a:pt x="593" y="26"/>
                    <a:pt x="589" y="27"/>
                    <a:pt x="586" y="29"/>
                  </a:cubicBezTo>
                  <a:cubicBezTo>
                    <a:pt x="581" y="33"/>
                    <a:pt x="584" y="36"/>
                    <a:pt x="581" y="40"/>
                  </a:cubicBezTo>
                  <a:cubicBezTo>
                    <a:pt x="580" y="40"/>
                    <a:pt x="580" y="40"/>
                    <a:pt x="580" y="40"/>
                  </a:cubicBezTo>
                  <a:cubicBezTo>
                    <a:pt x="579" y="38"/>
                    <a:pt x="579" y="38"/>
                    <a:pt x="579" y="38"/>
                  </a:cubicBezTo>
                  <a:cubicBezTo>
                    <a:pt x="575" y="37"/>
                    <a:pt x="575" y="37"/>
                    <a:pt x="575" y="37"/>
                  </a:cubicBezTo>
                  <a:cubicBezTo>
                    <a:pt x="575" y="34"/>
                    <a:pt x="574" y="31"/>
                    <a:pt x="574" y="28"/>
                  </a:cubicBezTo>
                  <a:cubicBezTo>
                    <a:pt x="571" y="25"/>
                    <a:pt x="563" y="22"/>
                    <a:pt x="562" y="19"/>
                  </a:cubicBezTo>
                  <a:cubicBezTo>
                    <a:pt x="562" y="15"/>
                    <a:pt x="562" y="15"/>
                    <a:pt x="562" y="15"/>
                  </a:cubicBezTo>
                  <a:cubicBezTo>
                    <a:pt x="559" y="14"/>
                    <a:pt x="556" y="21"/>
                    <a:pt x="553" y="21"/>
                  </a:cubicBezTo>
                  <a:cubicBezTo>
                    <a:pt x="549" y="22"/>
                    <a:pt x="549" y="22"/>
                    <a:pt x="549" y="22"/>
                  </a:cubicBezTo>
                  <a:cubicBezTo>
                    <a:pt x="538" y="22"/>
                    <a:pt x="542" y="9"/>
                    <a:pt x="536" y="4"/>
                  </a:cubicBezTo>
                  <a:cubicBezTo>
                    <a:pt x="534" y="4"/>
                    <a:pt x="534" y="4"/>
                    <a:pt x="534" y="4"/>
                  </a:cubicBezTo>
                  <a:cubicBezTo>
                    <a:pt x="530" y="5"/>
                    <a:pt x="526" y="7"/>
                    <a:pt x="522" y="9"/>
                  </a:cubicBezTo>
                  <a:cubicBezTo>
                    <a:pt x="518" y="8"/>
                    <a:pt x="518" y="8"/>
                    <a:pt x="518" y="8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2" y="7"/>
                    <a:pt x="510" y="8"/>
                    <a:pt x="508" y="10"/>
                  </a:cubicBezTo>
                  <a:cubicBezTo>
                    <a:pt x="507" y="9"/>
                    <a:pt x="505" y="10"/>
                    <a:pt x="504" y="10"/>
                  </a:cubicBezTo>
                  <a:cubicBezTo>
                    <a:pt x="503" y="12"/>
                    <a:pt x="503" y="12"/>
                    <a:pt x="503" y="12"/>
                  </a:cubicBezTo>
                  <a:cubicBezTo>
                    <a:pt x="503" y="15"/>
                    <a:pt x="503" y="15"/>
                    <a:pt x="503" y="15"/>
                  </a:cubicBezTo>
                  <a:cubicBezTo>
                    <a:pt x="501" y="16"/>
                    <a:pt x="501" y="16"/>
                    <a:pt x="501" y="16"/>
                  </a:cubicBezTo>
                  <a:cubicBezTo>
                    <a:pt x="498" y="15"/>
                    <a:pt x="498" y="15"/>
                    <a:pt x="498" y="15"/>
                  </a:cubicBezTo>
                  <a:cubicBezTo>
                    <a:pt x="497" y="14"/>
                    <a:pt x="495" y="13"/>
                    <a:pt x="493" y="12"/>
                  </a:cubicBezTo>
                  <a:cubicBezTo>
                    <a:pt x="491" y="13"/>
                    <a:pt x="491" y="13"/>
                    <a:pt x="491" y="13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87" y="17"/>
                    <a:pt x="487" y="17"/>
                    <a:pt x="487" y="17"/>
                  </a:cubicBezTo>
                  <a:cubicBezTo>
                    <a:pt x="486" y="17"/>
                    <a:pt x="484" y="17"/>
                    <a:pt x="482" y="17"/>
                  </a:cubicBezTo>
                  <a:cubicBezTo>
                    <a:pt x="480" y="18"/>
                    <a:pt x="478" y="18"/>
                    <a:pt x="477" y="18"/>
                  </a:cubicBezTo>
                  <a:cubicBezTo>
                    <a:pt x="472" y="16"/>
                    <a:pt x="469" y="12"/>
                    <a:pt x="465" y="9"/>
                  </a:cubicBezTo>
                  <a:cubicBezTo>
                    <a:pt x="463" y="10"/>
                    <a:pt x="461" y="11"/>
                    <a:pt x="459" y="11"/>
                  </a:cubicBezTo>
                  <a:cubicBezTo>
                    <a:pt x="455" y="10"/>
                    <a:pt x="455" y="10"/>
                    <a:pt x="455" y="10"/>
                  </a:cubicBezTo>
                  <a:cubicBezTo>
                    <a:pt x="453" y="7"/>
                    <a:pt x="450" y="6"/>
                    <a:pt x="447" y="4"/>
                  </a:cubicBezTo>
                  <a:cubicBezTo>
                    <a:pt x="444" y="3"/>
                    <a:pt x="441" y="4"/>
                    <a:pt x="438" y="3"/>
                  </a:cubicBezTo>
                  <a:cubicBezTo>
                    <a:pt x="434" y="3"/>
                    <a:pt x="432" y="1"/>
                    <a:pt x="428" y="0"/>
                  </a:cubicBezTo>
                  <a:cubicBezTo>
                    <a:pt x="426" y="0"/>
                    <a:pt x="424" y="0"/>
                    <a:pt x="423" y="1"/>
                  </a:cubicBezTo>
                  <a:cubicBezTo>
                    <a:pt x="424" y="4"/>
                    <a:pt x="424" y="4"/>
                    <a:pt x="424" y="4"/>
                  </a:cubicBezTo>
                  <a:cubicBezTo>
                    <a:pt x="420" y="9"/>
                    <a:pt x="411" y="3"/>
                    <a:pt x="409" y="7"/>
                  </a:cubicBezTo>
                  <a:cubicBezTo>
                    <a:pt x="410" y="8"/>
                    <a:pt x="410" y="10"/>
                    <a:pt x="411" y="11"/>
                  </a:cubicBezTo>
                  <a:cubicBezTo>
                    <a:pt x="409" y="14"/>
                    <a:pt x="407" y="15"/>
                    <a:pt x="406" y="18"/>
                  </a:cubicBezTo>
                  <a:cubicBezTo>
                    <a:pt x="404" y="18"/>
                    <a:pt x="400" y="22"/>
                    <a:pt x="398" y="23"/>
                  </a:cubicBezTo>
                  <a:cubicBezTo>
                    <a:pt x="396" y="20"/>
                    <a:pt x="393" y="18"/>
                    <a:pt x="390" y="17"/>
                  </a:cubicBezTo>
                  <a:cubicBezTo>
                    <a:pt x="389" y="13"/>
                    <a:pt x="384" y="8"/>
                    <a:pt x="379" y="8"/>
                  </a:cubicBezTo>
                  <a:cubicBezTo>
                    <a:pt x="377" y="9"/>
                    <a:pt x="374" y="10"/>
                    <a:pt x="373" y="12"/>
                  </a:cubicBezTo>
                  <a:cubicBezTo>
                    <a:pt x="369" y="11"/>
                    <a:pt x="369" y="11"/>
                    <a:pt x="369" y="11"/>
                  </a:cubicBezTo>
                  <a:cubicBezTo>
                    <a:pt x="366" y="12"/>
                    <a:pt x="358" y="12"/>
                    <a:pt x="356" y="15"/>
                  </a:cubicBezTo>
                  <a:cubicBezTo>
                    <a:pt x="355" y="18"/>
                    <a:pt x="355" y="18"/>
                    <a:pt x="355" y="18"/>
                  </a:cubicBezTo>
                  <a:cubicBezTo>
                    <a:pt x="359" y="23"/>
                    <a:pt x="364" y="29"/>
                    <a:pt x="370" y="33"/>
                  </a:cubicBezTo>
                  <a:cubicBezTo>
                    <a:pt x="369" y="36"/>
                    <a:pt x="369" y="36"/>
                    <a:pt x="369" y="36"/>
                  </a:cubicBezTo>
                  <a:cubicBezTo>
                    <a:pt x="367" y="39"/>
                    <a:pt x="364" y="34"/>
                    <a:pt x="361" y="36"/>
                  </a:cubicBezTo>
                  <a:cubicBezTo>
                    <a:pt x="360" y="35"/>
                    <a:pt x="360" y="35"/>
                    <a:pt x="360" y="35"/>
                  </a:cubicBezTo>
                  <a:cubicBezTo>
                    <a:pt x="359" y="35"/>
                    <a:pt x="358" y="35"/>
                    <a:pt x="356" y="36"/>
                  </a:cubicBezTo>
                  <a:cubicBezTo>
                    <a:pt x="353" y="35"/>
                    <a:pt x="353" y="35"/>
                    <a:pt x="353" y="35"/>
                  </a:cubicBezTo>
                  <a:cubicBezTo>
                    <a:pt x="350" y="37"/>
                    <a:pt x="347" y="40"/>
                    <a:pt x="343" y="43"/>
                  </a:cubicBezTo>
                  <a:cubicBezTo>
                    <a:pt x="343" y="45"/>
                    <a:pt x="342" y="47"/>
                    <a:pt x="341" y="49"/>
                  </a:cubicBezTo>
                  <a:cubicBezTo>
                    <a:pt x="340" y="50"/>
                    <a:pt x="338" y="56"/>
                    <a:pt x="337" y="58"/>
                  </a:cubicBezTo>
                  <a:cubicBezTo>
                    <a:pt x="338" y="60"/>
                    <a:pt x="338" y="64"/>
                    <a:pt x="338" y="66"/>
                  </a:cubicBezTo>
                  <a:cubicBezTo>
                    <a:pt x="336" y="65"/>
                    <a:pt x="334" y="64"/>
                    <a:pt x="332" y="64"/>
                  </a:cubicBezTo>
                  <a:cubicBezTo>
                    <a:pt x="328" y="66"/>
                    <a:pt x="324" y="68"/>
                    <a:pt x="320" y="70"/>
                  </a:cubicBezTo>
                  <a:cubicBezTo>
                    <a:pt x="320" y="68"/>
                    <a:pt x="320" y="68"/>
                    <a:pt x="320" y="68"/>
                  </a:cubicBezTo>
                  <a:cubicBezTo>
                    <a:pt x="317" y="66"/>
                    <a:pt x="315" y="65"/>
                    <a:pt x="314" y="62"/>
                  </a:cubicBezTo>
                  <a:cubicBezTo>
                    <a:pt x="312" y="59"/>
                    <a:pt x="308" y="51"/>
                    <a:pt x="310" y="48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4" y="49"/>
                    <a:pt x="303" y="53"/>
                    <a:pt x="299" y="53"/>
                  </a:cubicBezTo>
                  <a:cubicBezTo>
                    <a:pt x="297" y="55"/>
                    <a:pt x="290" y="56"/>
                    <a:pt x="287" y="54"/>
                  </a:cubicBezTo>
                  <a:cubicBezTo>
                    <a:pt x="283" y="50"/>
                    <a:pt x="283" y="50"/>
                    <a:pt x="283" y="50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78" y="46"/>
                    <a:pt x="278" y="46"/>
                    <a:pt x="278" y="46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0" y="42"/>
                    <a:pt x="280" y="42"/>
                    <a:pt x="280" y="42"/>
                  </a:cubicBezTo>
                  <a:cubicBezTo>
                    <a:pt x="278" y="41"/>
                    <a:pt x="278" y="41"/>
                    <a:pt x="278" y="41"/>
                  </a:cubicBezTo>
                  <a:cubicBezTo>
                    <a:pt x="277" y="42"/>
                    <a:pt x="274" y="43"/>
                    <a:pt x="273" y="42"/>
                  </a:cubicBezTo>
                  <a:cubicBezTo>
                    <a:pt x="272" y="41"/>
                    <a:pt x="272" y="41"/>
                    <a:pt x="272" y="41"/>
                  </a:cubicBezTo>
                  <a:cubicBezTo>
                    <a:pt x="274" y="38"/>
                    <a:pt x="274" y="38"/>
                    <a:pt x="274" y="38"/>
                  </a:cubicBezTo>
                  <a:cubicBezTo>
                    <a:pt x="272" y="38"/>
                    <a:pt x="269" y="39"/>
                    <a:pt x="268" y="39"/>
                  </a:cubicBezTo>
                  <a:cubicBezTo>
                    <a:pt x="267" y="38"/>
                    <a:pt x="266" y="37"/>
                    <a:pt x="265" y="36"/>
                  </a:cubicBezTo>
                  <a:cubicBezTo>
                    <a:pt x="266" y="33"/>
                    <a:pt x="266" y="33"/>
                    <a:pt x="266" y="33"/>
                  </a:cubicBezTo>
                  <a:cubicBezTo>
                    <a:pt x="265" y="32"/>
                    <a:pt x="263" y="30"/>
                    <a:pt x="262" y="29"/>
                  </a:cubicBezTo>
                  <a:cubicBezTo>
                    <a:pt x="262" y="27"/>
                    <a:pt x="264" y="26"/>
                    <a:pt x="265" y="25"/>
                  </a:cubicBezTo>
                  <a:cubicBezTo>
                    <a:pt x="262" y="24"/>
                    <a:pt x="262" y="24"/>
                    <a:pt x="262" y="24"/>
                  </a:cubicBezTo>
                  <a:cubicBezTo>
                    <a:pt x="262" y="20"/>
                    <a:pt x="262" y="20"/>
                    <a:pt x="262" y="20"/>
                  </a:cubicBezTo>
                  <a:cubicBezTo>
                    <a:pt x="261" y="20"/>
                    <a:pt x="261" y="20"/>
                    <a:pt x="261" y="20"/>
                  </a:cubicBezTo>
                  <a:cubicBezTo>
                    <a:pt x="257" y="19"/>
                    <a:pt x="257" y="19"/>
                    <a:pt x="257" y="19"/>
                  </a:cubicBezTo>
                  <a:cubicBezTo>
                    <a:pt x="255" y="18"/>
                    <a:pt x="255" y="18"/>
                    <a:pt x="255" y="18"/>
                  </a:cubicBezTo>
                  <a:cubicBezTo>
                    <a:pt x="256" y="16"/>
                    <a:pt x="256" y="14"/>
                    <a:pt x="256" y="12"/>
                  </a:cubicBezTo>
                  <a:cubicBezTo>
                    <a:pt x="255" y="11"/>
                    <a:pt x="255" y="11"/>
                    <a:pt x="255" y="11"/>
                  </a:cubicBezTo>
                  <a:cubicBezTo>
                    <a:pt x="252" y="16"/>
                    <a:pt x="252" y="16"/>
                    <a:pt x="252" y="16"/>
                  </a:cubicBezTo>
                  <a:cubicBezTo>
                    <a:pt x="249" y="15"/>
                    <a:pt x="240" y="22"/>
                    <a:pt x="236" y="23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33" y="21"/>
                    <a:pt x="233" y="21"/>
                    <a:pt x="233" y="21"/>
                  </a:cubicBezTo>
                  <a:cubicBezTo>
                    <a:pt x="230" y="25"/>
                    <a:pt x="230" y="25"/>
                    <a:pt x="230" y="25"/>
                  </a:cubicBezTo>
                  <a:cubicBezTo>
                    <a:pt x="230" y="24"/>
                    <a:pt x="228" y="18"/>
                    <a:pt x="226" y="18"/>
                  </a:cubicBezTo>
                  <a:cubicBezTo>
                    <a:pt x="225" y="18"/>
                    <a:pt x="225" y="18"/>
                    <a:pt x="225" y="18"/>
                  </a:cubicBezTo>
                  <a:cubicBezTo>
                    <a:pt x="224" y="19"/>
                    <a:pt x="224" y="19"/>
                    <a:pt x="224" y="19"/>
                  </a:cubicBezTo>
                  <a:cubicBezTo>
                    <a:pt x="223" y="21"/>
                    <a:pt x="223" y="21"/>
                    <a:pt x="223" y="21"/>
                  </a:cubicBezTo>
                  <a:cubicBezTo>
                    <a:pt x="224" y="24"/>
                    <a:pt x="224" y="24"/>
                    <a:pt x="224" y="24"/>
                  </a:cubicBezTo>
                  <a:cubicBezTo>
                    <a:pt x="223" y="24"/>
                    <a:pt x="222" y="26"/>
                    <a:pt x="221" y="27"/>
                  </a:cubicBezTo>
                  <a:cubicBezTo>
                    <a:pt x="221" y="30"/>
                    <a:pt x="221" y="30"/>
                    <a:pt x="221" y="30"/>
                  </a:cubicBezTo>
                  <a:cubicBezTo>
                    <a:pt x="220" y="32"/>
                    <a:pt x="220" y="32"/>
                    <a:pt x="220" y="32"/>
                  </a:cubicBezTo>
                  <a:cubicBezTo>
                    <a:pt x="217" y="32"/>
                    <a:pt x="217" y="32"/>
                    <a:pt x="217" y="32"/>
                  </a:cubicBezTo>
                  <a:cubicBezTo>
                    <a:pt x="215" y="33"/>
                    <a:pt x="213" y="34"/>
                    <a:pt x="211" y="35"/>
                  </a:cubicBezTo>
                  <a:cubicBezTo>
                    <a:pt x="205" y="33"/>
                    <a:pt x="199" y="31"/>
                    <a:pt x="193" y="28"/>
                  </a:cubicBezTo>
                  <a:cubicBezTo>
                    <a:pt x="193" y="26"/>
                    <a:pt x="193" y="26"/>
                    <a:pt x="193" y="26"/>
                  </a:cubicBezTo>
                  <a:cubicBezTo>
                    <a:pt x="189" y="25"/>
                    <a:pt x="184" y="23"/>
                    <a:pt x="183" y="20"/>
                  </a:cubicBezTo>
                  <a:cubicBezTo>
                    <a:pt x="181" y="19"/>
                    <a:pt x="176" y="18"/>
                    <a:pt x="174" y="18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69" y="19"/>
                    <a:pt x="169" y="19"/>
                    <a:pt x="169" y="19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70" y="23"/>
                    <a:pt x="170" y="23"/>
                    <a:pt x="170" y="23"/>
                  </a:cubicBezTo>
                  <a:cubicBezTo>
                    <a:pt x="170" y="24"/>
                    <a:pt x="170" y="24"/>
                    <a:pt x="170" y="24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167" y="24"/>
                    <a:pt x="167" y="24"/>
                    <a:pt x="167" y="24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4" y="24"/>
                    <a:pt x="164" y="24"/>
                    <a:pt x="164" y="24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64" y="26"/>
                    <a:pt x="164" y="26"/>
                    <a:pt x="164" y="26"/>
                  </a:cubicBezTo>
                  <a:cubicBezTo>
                    <a:pt x="164" y="26"/>
                    <a:pt x="163" y="27"/>
                    <a:pt x="163" y="28"/>
                  </a:cubicBezTo>
                  <a:cubicBezTo>
                    <a:pt x="160" y="30"/>
                    <a:pt x="157" y="31"/>
                    <a:pt x="154" y="31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25"/>
                    <a:pt x="152" y="25"/>
                    <a:pt x="152" y="25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46" y="27"/>
                    <a:pt x="145" y="27"/>
                    <a:pt x="141" y="25"/>
                  </a:cubicBezTo>
                  <a:cubicBezTo>
                    <a:pt x="139" y="23"/>
                    <a:pt x="139" y="23"/>
                    <a:pt x="139" y="23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8"/>
                    <a:pt x="135" y="31"/>
                    <a:pt x="136" y="31"/>
                  </a:cubicBezTo>
                  <a:cubicBezTo>
                    <a:pt x="135" y="34"/>
                    <a:pt x="135" y="34"/>
                    <a:pt x="135" y="34"/>
                  </a:cubicBezTo>
                  <a:cubicBezTo>
                    <a:pt x="136" y="38"/>
                    <a:pt x="136" y="43"/>
                    <a:pt x="134" y="47"/>
                  </a:cubicBezTo>
                  <a:cubicBezTo>
                    <a:pt x="133" y="52"/>
                    <a:pt x="133" y="52"/>
                    <a:pt x="133" y="52"/>
                  </a:cubicBezTo>
                  <a:cubicBezTo>
                    <a:pt x="128" y="51"/>
                    <a:pt x="122" y="45"/>
                    <a:pt x="117" y="46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1" y="46"/>
                    <a:pt x="106" y="48"/>
                    <a:pt x="102" y="45"/>
                  </a:cubicBezTo>
                  <a:cubicBezTo>
                    <a:pt x="101" y="47"/>
                    <a:pt x="97" y="49"/>
                    <a:pt x="95" y="50"/>
                  </a:cubicBezTo>
                  <a:cubicBezTo>
                    <a:pt x="93" y="55"/>
                    <a:pt x="88" y="56"/>
                    <a:pt x="89" y="62"/>
                  </a:cubicBezTo>
                  <a:cubicBezTo>
                    <a:pt x="87" y="63"/>
                    <a:pt x="86" y="64"/>
                    <a:pt x="84" y="65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7" y="64"/>
                    <a:pt x="75" y="72"/>
                    <a:pt x="74" y="78"/>
                  </a:cubicBezTo>
                  <a:cubicBezTo>
                    <a:pt x="73" y="81"/>
                    <a:pt x="73" y="87"/>
                    <a:pt x="71" y="90"/>
                  </a:cubicBezTo>
                  <a:cubicBezTo>
                    <a:pt x="69" y="93"/>
                    <a:pt x="67" y="92"/>
                    <a:pt x="67" y="97"/>
                  </a:cubicBezTo>
                  <a:cubicBezTo>
                    <a:pt x="69" y="101"/>
                    <a:pt x="69" y="101"/>
                    <a:pt x="69" y="101"/>
                  </a:cubicBezTo>
                  <a:cubicBezTo>
                    <a:pt x="66" y="106"/>
                    <a:pt x="62" y="111"/>
                    <a:pt x="62" y="116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4" y="121"/>
                    <a:pt x="64" y="121"/>
                    <a:pt x="64" y="121"/>
                  </a:cubicBezTo>
                  <a:cubicBezTo>
                    <a:pt x="61" y="123"/>
                    <a:pt x="61" y="123"/>
                    <a:pt x="61" y="123"/>
                  </a:cubicBezTo>
                  <a:cubicBezTo>
                    <a:pt x="59" y="122"/>
                    <a:pt x="43" y="113"/>
                    <a:pt x="41" y="112"/>
                  </a:cubicBezTo>
                  <a:cubicBezTo>
                    <a:pt x="41" y="110"/>
                    <a:pt x="40" y="107"/>
                    <a:pt x="39" y="105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5" y="102"/>
                    <a:pt x="34" y="101"/>
                    <a:pt x="32" y="100"/>
                  </a:cubicBezTo>
                  <a:cubicBezTo>
                    <a:pt x="26" y="101"/>
                    <a:pt x="22" y="97"/>
                    <a:pt x="15" y="98"/>
                  </a:cubicBezTo>
                  <a:cubicBezTo>
                    <a:pt x="7" y="101"/>
                    <a:pt x="6" y="109"/>
                    <a:pt x="0" y="113"/>
                  </a:cubicBezTo>
                  <a:cubicBezTo>
                    <a:pt x="1" y="120"/>
                    <a:pt x="6" y="124"/>
                    <a:pt x="7" y="131"/>
                  </a:cubicBezTo>
                  <a:cubicBezTo>
                    <a:pt x="7" y="134"/>
                    <a:pt x="6" y="143"/>
                    <a:pt x="9" y="146"/>
                  </a:cubicBezTo>
                  <a:cubicBezTo>
                    <a:pt x="13" y="146"/>
                    <a:pt x="15" y="140"/>
                    <a:pt x="19" y="141"/>
                  </a:cubicBezTo>
                  <a:cubicBezTo>
                    <a:pt x="23" y="142"/>
                    <a:pt x="24" y="147"/>
                    <a:pt x="26" y="149"/>
                  </a:cubicBezTo>
                  <a:cubicBezTo>
                    <a:pt x="30" y="152"/>
                    <a:pt x="37" y="152"/>
                    <a:pt x="41" y="153"/>
                  </a:cubicBezTo>
                  <a:cubicBezTo>
                    <a:pt x="46" y="153"/>
                    <a:pt x="48" y="152"/>
                    <a:pt x="48" y="157"/>
                  </a:cubicBezTo>
                  <a:cubicBezTo>
                    <a:pt x="48" y="160"/>
                    <a:pt x="47" y="167"/>
                    <a:pt x="46" y="170"/>
                  </a:cubicBezTo>
                  <a:cubicBezTo>
                    <a:pt x="46" y="174"/>
                    <a:pt x="46" y="178"/>
                    <a:pt x="46" y="182"/>
                  </a:cubicBezTo>
                  <a:cubicBezTo>
                    <a:pt x="46" y="185"/>
                    <a:pt x="46" y="190"/>
                    <a:pt x="44" y="193"/>
                  </a:cubicBezTo>
                  <a:cubicBezTo>
                    <a:pt x="41" y="198"/>
                    <a:pt x="34" y="197"/>
                    <a:pt x="29" y="199"/>
                  </a:cubicBezTo>
                  <a:cubicBezTo>
                    <a:pt x="32" y="203"/>
                    <a:pt x="33" y="206"/>
                    <a:pt x="36" y="209"/>
                  </a:cubicBezTo>
                  <a:cubicBezTo>
                    <a:pt x="39" y="212"/>
                    <a:pt x="43" y="218"/>
                    <a:pt x="45" y="221"/>
                  </a:cubicBezTo>
                  <a:cubicBezTo>
                    <a:pt x="48" y="227"/>
                    <a:pt x="46" y="231"/>
                    <a:pt x="53" y="234"/>
                  </a:cubicBezTo>
                  <a:cubicBezTo>
                    <a:pt x="59" y="237"/>
                    <a:pt x="57" y="238"/>
                    <a:pt x="53" y="242"/>
                  </a:cubicBezTo>
                  <a:cubicBezTo>
                    <a:pt x="50" y="245"/>
                    <a:pt x="47" y="247"/>
                    <a:pt x="44" y="247"/>
                  </a:cubicBezTo>
                  <a:cubicBezTo>
                    <a:pt x="46" y="251"/>
                    <a:pt x="55" y="252"/>
                    <a:pt x="60" y="252"/>
                  </a:cubicBezTo>
                  <a:cubicBezTo>
                    <a:pt x="65" y="252"/>
                    <a:pt x="70" y="248"/>
                    <a:pt x="75" y="248"/>
                  </a:cubicBezTo>
                  <a:cubicBezTo>
                    <a:pt x="79" y="249"/>
                    <a:pt x="85" y="251"/>
                    <a:pt x="88" y="249"/>
                  </a:cubicBezTo>
                  <a:cubicBezTo>
                    <a:pt x="90" y="248"/>
                    <a:pt x="91" y="245"/>
                    <a:pt x="92" y="245"/>
                  </a:cubicBezTo>
                  <a:cubicBezTo>
                    <a:pt x="95" y="244"/>
                    <a:pt x="98" y="247"/>
                    <a:pt x="99" y="248"/>
                  </a:cubicBezTo>
                  <a:cubicBezTo>
                    <a:pt x="102" y="249"/>
                    <a:pt x="104" y="251"/>
                    <a:pt x="107" y="253"/>
                  </a:cubicBezTo>
                  <a:cubicBezTo>
                    <a:pt x="110" y="256"/>
                    <a:pt x="115" y="257"/>
                    <a:pt x="118" y="260"/>
                  </a:cubicBezTo>
                  <a:cubicBezTo>
                    <a:pt x="118" y="260"/>
                    <a:pt x="118" y="260"/>
                    <a:pt x="118" y="260"/>
                  </a:cubicBezTo>
                  <a:cubicBezTo>
                    <a:pt x="126" y="257"/>
                    <a:pt x="125" y="253"/>
                    <a:pt x="129" y="247"/>
                  </a:cubicBezTo>
                  <a:cubicBezTo>
                    <a:pt x="132" y="243"/>
                    <a:pt x="142" y="242"/>
                    <a:pt x="143" y="236"/>
                  </a:cubicBezTo>
                  <a:cubicBezTo>
                    <a:pt x="144" y="230"/>
                    <a:pt x="135" y="233"/>
                    <a:pt x="132" y="230"/>
                  </a:cubicBezTo>
                  <a:cubicBezTo>
                    <a:pt x="126" y="224"/>
                    <a:pt x="143" y="219"/>
                    <a:pt x="146" y="217"/>
                  </a:cubicBezTo>
                  <a:cubicBezTo>
                    <a:pt x="151" y="215"/>
                    <a:pt x="155" y="212"/>
                    <a:pt x="160" y="209"/>
                  </a:cubicBezTo>
                  <a:cubicBezTo>
                    <a:pt x="164" y="207"/>
                    <a:pt x="170" y="201"/>
                    <a:pt x="175" y="204"/>
                  </a:cubicBezTo>
                  <a:cubicBezTo>
                    <a:pt x="179" y="206"/>
                    <a:pt x="179" y="215"/>
                    <a:pt x="184" y="216"/>
                  </a:cubicBezTo>
                  <a:cubicBezTo>
                    <a:pt x="187" y="216"/>
                    <a:pt x="188" y="212"/>
                    <a:pt x="188" y="210"/>
                  </a:cubicBezTo>
                  <a:cubicBezTo>
                    <a:pt x="190" y="207"/>
                    <a:pt x="188" y="207"/>
                    <a:pt x="187" y="204"/>
                  </a:cubicBezTo>
                  <a:cubicBezTo>
                    <a:pt x="189" y="201"/>
                    <a:pt x="197" y="204"/>
                    <a:pt x="200" y="205"/>
                  </a:cubicBezTo>
                  <a:cubicBezTo>
                    <a:pt x="205" y="207"/>
                    <a:pt x="206" y="212"/>
                    <a:pt x="210" y="214"/>
                  </a:cubicBezTo>
                  <a:cubicBezTo>
                    <a:pt x="214" y="215"/>
                    <a:pt x="218" y="212"/>
                    <a:pt x="222" y="213"/>
                  </a:cubicBezTo>
                  <a:cubicBezTo>
                    <a:pt x="225" y="214"/>
                    <a:pt x="225" y="217"/>
                    <a:pt x="226" y="220"/>
                  </a:cubicBezTo>
                  <a:cubicBezTo>
                    <a:pt x="227" y="229"/>
                    <a:pt x="234" y="229"/>
                    <a:pt x="241" y="224"/>
                  </a:cubicBezTo>
                  <a:cubicBezTo>
                    <a:pt x="244" y="222"/>
                    <a:pt x="247" y="220"/>
                    <a:pt x="248" y="217"/>
                  </a:cubicBezTo>
                  <a:cubicBezTo>
                    <a:pt x="250" y="213"/>
                    <a:pt x="251" y="208"/>
                    <a:pt x="256" y="209"/>
                  </a:cubicBezTo>
                  <a:cubicBezTo>
                    <a:pt x="260" y="210"/>
                    <a:pt x="260" y="215"/>
                    <a:pt x="263" y="216"/>
                  </a:cubicBezTo>
                  <a:cubicBezTo>
                    <a:pt x="266" y="219"/>
                    <a:pt x="274" y="219"/>
                    <a:pt x="276" y="216"/>
                  </a:cubicBezTo>
                  <a:cubicBezTo>
                    <a:pt x="277" y="213"/>
                    <a:pt x="274" y="208"/>
                    <a:pt x="275" y="205"/>
                  </a:cubicBezTo>
                  <a:cubicBezTo>
                    <a:pt x="278" y="202"/>
                    <a:pt x="283" y="205"/>
                    <a:pt x="285" y="207"/>
                  </a:cubicBezTo>
                  <a:cubicBezTo>
                    <a:pt x="286" y="208"/>
                    <a:pt x="285" y="209"/>
                    <a:pt x="287" y="210"/>
                  </a:cubicBezTo>
                  <a:cubicBezTo>
                    <a:pt x="289" y="210"/>
                    <a:pt x="292" y="208"/>
                    <a:pt x="293" y="208"/>
                  </a:cubicBezTo>
                  <a:cubicBezTo>
                    <a:pt x="295" y="210"/>
                    <a:pt x="293" y="215"/>
                    <a:pt x="295" y="217"/>
                  </a:cubicBezTo>
                  <a:cubicBezTo>
                    <a:pt x="298" y="219"/>
                    <a:pt x="306" y="217"/>
                    <a:pt x="309" y="218"/>
                  </a:cubicBezTo>
                  <a:cubicBezTo>
                    <a:pt x="313" y="219"/>
                    <a:pt x="314" y="221"/>
                    <a:pt x="317" y="222"/>
                  </a:cubicBezTo>
                  <a:cubicBezTo>
                    <a:pt x="322" y="225"/>
                    <a:pt x="327" y="224"/>
                    <a:pt x="332" y="223"/>
                  </a:cubicBezTo>
                  <a:cubicBezTo>
                    <a:pt x="339" y="222"/>
                    <a:pt x="338" y="225"/>
                    <a:pt x="341" y="230"/>
                  </a:cubicBezTo>
                  <a:cubicBezTo>
                    <a:pt x="343" y="233"/>
                    <a:pt x="345" y="234"/>
                    <a:pt x="347" y="238"/>
                  </a:cubicBezTo>
                  <a:cubicBezTo>
                    <a:pt x="349" y="242"/>
                    <a:pt x="352" y="245"/>
                    <a:pt x="356" y="248"/>
                  </a:cubicBezTo>
                  <a:cubicBezTo>
                    <a:pt x="362" y="247"/>
                    <a:pt x="364" y="246"/>
                    <a:pt x="369" y="249"/>
                  </a:cubicBezTo>
                  <a:cubicBezTo>
                    <a:pt x="374" y="252"/>
                    <a:pt x="375" y="252"/>
                    <a:pt x="380" y="251"/>
                  </a:cubicBezTo>
                  <a:cubicBezTo>
                    <a:pt x="384" y="249"/>
                    <a:pt x="387" y="246"/>
                    <a:pt x="391" y="249"/>
                  </a:cubicBezTo>
                  <a:cubicBezTo>
                    <a:pt x="394" y="251"/>
                    <a:pt x="394" y="255"/>
                    <a:pt x="397" y="257"/>
                  </a:cubicBezTo>
                  <a:cubicBezTo>
                    <a:pt x="401" y="262"/>
                    <a:pt x="401" y="257"/>
                    <a:pt x="405" y="255"/>
                  </a:cubicBezTo>
                  <a:cubicBezTo>
                    <a:pt x="408" y="254"/>
                    <a:pt x="414" y="257"/>
                    <a:pt x="417" y="258"/>
                  </a:cubicBezTo>
                  <a:cubicBezTo>
                    <a:pt x="423" y="260"/>
                    <a:pt x="421" y="262"/>
                    <a:pt x="418" y="266"/>
                  </a:cubicBezTo>
                  <a:cubicBezTo>
                    <a:pt x="415" y="269"/>
                    <a:pt x="413" y="272"/>
                    <a:pt x="415" y="276"/>
                  </a:cubicBezTo>
                  <a:cubicBezTo>
                    <a:pt x="418" y="281"/>
                    <a:pt x="433" y="289"/>
                    <a:pt x="436" y="281"/>
                  </a:cubicBezTo>
                  <a:cubicBezTo>
                    <a:pt x="437" y="277"/>
                    <a:pt x="434" y="275"/>
                    <a:pt x="439" y="274"/>
                  </a:cubicBezTo>
                  <a:cubicBezTo>
                    <a:pt x="444" y="272"/>
                    <a:pt x="450" y="275"/>
                    <a:pt x="454" y="273"/>
                  </a:cubicBezTo>
                  <a:cubicBezTo>
                    <a:pt x="464" y="267"/>
                    <a:pt x="450" y="244"/>
                    <a:pt x="469" y="256"/>
                  </a:cubicBezTo>
                  <a:cubicBezTo>
                    <a:pt x="469" y="248"/>
                    <a:pt x="473" y="251"/>
                    <a:pt x="476" y="255"/>
                  </a:cubicBezTo>
                  <a:cubicBezTo>
                    <a:pt x="480" y="258"/>
                    <a:pt x="480" y="256"/>
                    <a:pt x="484" y="255"/>
                  </a:cubicBezTo>
                  <a:cubicBezTo>
                    <a:pt x="495" y="250"/>
                    <a:pt x="492" y="268"/>
                    <a:pt x="497" y="273"/>
                  </a:cubicBezTo>
                  <a:cubicBezTo>
                    <a:pt x="502" y="278"/>
                    <a:pt x="504" y="277"/>
                    <a:pt x="504" y="284"/>
                  </a:cubicBezTo>
                  <a:cubicBezTo>
                    <a:pt x="504" y="290"/>
                    <a:pt x="506" y="291"/>
                    <a:pt x="512" y="292"/>
                  </a:cubicBezTo>
                  <a:cubicBezTo>
                    <a:pt x="517" y="293"/>
                    <a:pt x="519" y="295"/>
                    <a:pt x="523" y="297"/>
                  </a:cubicBezTo>
                  <a:cubicBezTo>
                    <a:pt x="527" y="299"/>
                    <a:pt x="530" y="298"/>
                    <a:pt x="535" y="298"/>
                  </a:cubicBezTo>
                  <a:cubicBezTo>
                    <a:pt x="547" y="298"/>
                    <a:pt x="553" y="310"/>
                    <a:pt x="566" y="304"/>
                  </a:cubicBezTo>
                  <a:cubicBezTo>
                    <a:pt x="570" y="301"/>
                    <a:pt x="574" y="297"/>
                    <a:pt x="579" y="295"/>
                  </a:cubicBezTo>
                  <a:cubicBezTo>
                    <a:pt x="582" y="294"/>
                    <a:pt x="588" y="296"/>
                    <a:pt x="590" y="292"/>
                  </a:cubicBezTo>
                  <a:cubicBezTo>
                    <a:pt x="592" y="288"/>
                    <a:pt x="588" y="285"/>
                    <a:pt x="586" y="282"/>
                  </a:cubicBezTo>
                  <a:cubicBezTo>
                    <a:pt x="584" y="277"/>
                    <a:pt x="586" y="271"/>
                    <a:pt x="586" y="266"/>
                  </a:cubicBezTo>
                  <a:cubicBezTo>
                    <a:pt x="586" y="260"/>
                    <a:pt x="574" y="247"/>
                    <a:pt x="587" y="246"/>
                  </a:cubicBezTo>
                  <a:cubicBezTo>
                    <a:pt x="589" y="242"/>
                    <a:pt x="617" y="252"/>
                    <a:pt x="621" y="254"/>
                  </a:cubicBezTo>
                  <a:cubicBezTo>
                    <a:pt x="631" y="260"/>
                    <a:pt x="631" y="272"/>
                    <a:pt x="644" y="272"/>
                  </a:cubicBezTo>
                  <a:cubicBezTo>
                    <a:pt x="647" y="272"/>
                    <a:pt x="650" y="271"/>
                    <a:pt x="653" y="271"/>
                  </a:cubicBezTo>
                  <a:cubicBezTo>
                    <a:pt x="656" y="271"/>
                    <a:pt x="659" y="272"/>
                    <a:pt x="662" y="272"/>
                  </a:cubicBezTo>
                  <a:cubicBezTo>
                    <a:pt x="667" y="272"/>
                    <a:pt x="672" y="269"/>
                    <a:pt x="677" y="269"/>
                  </a:cubicBezTo>
                  <a:cubicBezTo>
                    <a:pt x="683" y="268"/>
                    <a:pt x="687" y="276"/>
                    <a:pt x="687" y="270"/>
                  </a:cubicBezTo>
                  <a:cubicBezTo>
                    <a:pt x="688" y="266"/>
                    <a:pt x="686" y="261"/>
                    <a:pt x="688" y="257"/>
                  </a:cubicBezTo>
                  <a:cubicBezTo>
                    <a:pt x="690" y="252"/>
                    <a:pt x="695" y="253"/>
                    <a:pt x="699" y="250"/>
                  </a:cubicBezTo>
                  <a:cubicBezTo>
                    <a:pt x="703" y="248"/>
                    <a:pt x="704" y="243"/>
                    <a:pt x="708" y="240"/>
                  </a:cubicBezTo>
                  <a:cubicBezTo>
                    <a:pt x="710" y="237"/>
                    <a:pt x="718" y="229"/>
                    <a:pt x="721" y="232"/>
                  </a:cubicBezTo>
                  <a:cubicBezTo>
                    <a:pt x="725" y="234"/>
                    <a:pt x="723" y="243"/>
                    <a:pt x="723" y="246"/>
                  </a:cubicBezTo>
                  <a:cubicBezTo>
                    <a:pt x="721" y="252"/>
                    <a:pt x="721" y="265"/>
                    <a:pt x="729" y="266"/>
                  </a:cubicBezTo>
                  <a:cubicBezTo>
                    <a:pt x="733" y="267"/>
                    <a:pt x="739" y="264"/>
                    <a:pt x="744" y="263"/>
                  </a:cubicBezTo>
                  <a:cubicBezTo>
                    <a:pt x="751" y="263"/>
                    <a:pt x="759" y="263"/>
                    <a:pt x="766" y="265"/>
                  </a:cubicBezTo>
                  <a:cubicBezTo>
                    <a:pt x="769" y="262"/>
                    <a:pt x="771" y="260"/>
                    <a:pt x="773" y="257"/>
                  </a:cubicBezTo>
                  <a:cubicBezTo>
                    <a:pt x="774" y="249"/>
                    <a:pt x="774" y="249"/>
                    <a:pt x="774" y="249"/>
                  </a:cubicBezTo>
                  <a:cubicBezTo>
                    <a:pt x="775" y="249"/>
                    <a:pt x="776" y="247"/>
                    <a:pt x="777" y="246"/>
                  </a:cubicBezTo>
                  <a:cubicBezTo>
                    <a:pt x="772" y="238"/>
                    <a:pt x="791" y="222"/>
                    <a:pt x="794" y="216"/>
                  </a:cubicBezTo>
                  <a:cubicBezTo>
                    <a:pt x="799" y="212"/>
                    <a:pt x="799" y="212"/>
                    <a:pt x="799" y="212"/>
                  </a:cubicBezTo>
                  <a:cubicBezTo>
                    <a:pt x="800" y="209"/>
                    <a:pt x="800" y="206"/>
                    <a:pt x="802" y="203"/>
                  </a:cubicBezTo>
                  <a:cubicBezTo>
                    <a:pt x="805" y="200"/>
                    <a:pt x="805" y="200"/>
                    <a:pt x="805" y="200"/>
                  </a:cubicBezTo>
                  <a:cubicBezTo>
                    <a:pt x="808" y="199"/>
                    <a:pt x="811" y="203"/>
                    <a:pt x="814" y="202"/>
                  </a:cubicBezTo>
                  <a:cubicBezTo>
                    <a:pt x="816" y="201"/>
                    <a:pt x="818" y="198"/>
                    <a:pt x="819" y="196"/>
                  </a:cubicBezTo>
                  <a:cubicBezTo>
                    <a:pt x="818" y="192"/>
                    <a:pt x="821" y="189"/>
                    <a:pt x="822" y="184"/>
                  </a:cubicBezTo>
                  <a:cubicBezTo>
                    <a:pt x="823" y="179"/>
                    <a:pt x="822" y="172"/>
                    <a:pt x="822" y="167"/>
                  </a:cubicBezTo>
                  <a:lnTo>
                    <a:pt x="825" y="165"/>
                  </a:lnTo>
                  <a:close/>
                </a:path>
              </a:pathLst>
            </a:custGeom>
            <a:solidFill>
              <a:schemeClr val="accent4">
                <a:lumMod val="9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A1151E2E-79A5-4A10-6DDE-EA7EFC8C2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4057650"/>
              <a:ext cx="1576388" cy="1654175"/>
            </a:xfrm>
            <a:custGeom>
              <a:avLst/>
              <a:gdLst>
                <a:gd name="T0" fmla="*/ 2147483646 w 414"/>
                <a:gd name="T1" fmla="*/ 2147483646 h 434"/>
                <a:gd name="T2" fmla="*/ 2147483646 w 414"/>
                <a:gd name="T3" fmla="*/ 2147483646 h 434"/>
                <a:gd name="T4" fmla="*/ 2147483646 w 414"/>
                <a:gd name="T5" fmla="*/ 2147483646 h 434"/>
                <a:gd name="T6" fmla="*/ 2147483646 w 414"/>
                <a:gd name="T7" fmla="*/ 2147483646 h 434"/>
                <a:gd name="T8" fmla="*/ 2147483646 w 414"/>
                <a:gd name="T9" fmla="*/ 2147483646 h 434"/>
                <a:gd name="T10" fmla="*/ 2147483646 w 414"/>
                <a:gd name="T11" fmla="*/ 2147483646 h 434"/>
                <a:gd name="T12" fmla="*/ 2147483646 w 414"/>
                <a:gd name="T13" fmla="*/ 2147483646 h 434"/>
                <a:gd name="T14" fmla="*/ 2147483646 w 414"/>
                <a:gd name="T15" fmla="*/ 2147483646 h 434"/>
                <a:gd name="T16" fmla="*/ 2147483646 w 414"/>
                <a:gd name="T17" fmla="*/ 2147483646 h 434"/>
                <a:gd name="T18" fmla="*/ 2147483646 w 414"/>
                <a:gd name="T19" fmla="*/ 2120980136 h 434"/>
                <a:gd name="T20" fmla="*/ 2147483646 w 414"/>
                <a:gd name="T21" fmla="*/ 1656107412 h 434"/>
                <a:gd name="T22" fmla="*/ 2147483646 w 414"/>
                <a:gd name="T23" fmla="*/ 1263869741 h 434"/>
                <a:gd name="T24" fmla="*/ 2147483646 w 414"/>
                <a:gd name="T25" fmla="*/ 1075015554 h 434"/>
                <a:gd name="T26" fmla="*/ 2147483646 w 414"/>
                <a:gd name="T27" fmla="*/ 1438198442 h 434"/>
                <a:gd name="T28" fmla="*/ 2147483646 w 414"/>
                <a:gd name="T29" fmla="*/ 1307453822 h 434"/>
                <a:gd name="T30" fmla="*/ 2147483646 w 414"/>
                <a:gd name="T31" fmla="*/ 886161367 h 434"/>
                <a:gd name="T32" fmla="*/ 1884815547 w 414"/>
                <a:gd name="T33" fmla="*/ 392237671 h 434"/>
                <a:gd name="T34" fmla="*/ 1623839563 w 414"/>
                <a:gd name="T35" fmla="*/ 159799403 h 434"/>
                <a:gd name="T36" fmla="*/ 1290372578 w 414"/>
                <a:gd name="T37" fmla="*/ 305073321 h 434"/>
                <a:gd name="T38" fmla="*/ 985905040 w 414"/>
                <a:gd name="T39" fmla="*/ 958800232 h 434"/>
                <a:gd name="T40" fmla="*/ 724929056 w 414"/>
                <a:gd name="T41" fmla="*/ 1060490068 h 434"/>
                <a:gd name="T42" fmla="*/ 826419505 w 414"/>
                <a:gd name="T43" fmla="*/ 1423669144 h 434"/>
                <a:gd name="T44" fmla="*/ 956905593 w 414"/>
                <a:gd name="T45" fmla="*/ 1874016382 h 434"/>
                <a:gd name="T46" fmla="*/ 623438608 w 414"/>
                <a:gd name="T47" fmla="*/ 2147483646 h 434"/>
                <a:gd name="T48" fmla="*/ 608938884 w 414"/>
                <a:gd name="T49" fmla="*/ 2147483646 h 434"/>
                <a:gd name="T50" fmla="*/ 391462071 w 414"/>
                <a:gd name="T51" fmla="*/ 2147483646 h 434"/>
                <a:gd name="T52" fmla="*/ 333466985 w 414"/>
                <a:gd name="T53" fmla="*/ 2147483646 h 434"/>
                <a:gd name="T54" fmla="*/ 623438608 w 414"/>
                <a:gd name="T55" fmla="*/ 2147483646 h 434"/>
                <a:gd name="T56" fmla="*/ 724929056 w 414"/>
                <a:gd name="T57" fmla="*/ 2147483646 h 434"/>
                <a:gd name="T58" fmla="*/ 695933417 w 414"/>
                <a:gd name="T59" fmla="*/ 2147483646 h 434"/>
                <a:gd name="T60" fmla="*/ 318967262 w 414"/>
                <a:gd name="T61" fmla="*/ 2147483646 h 434"/>
                <a:gd name="T62" fmla="*/ 0 w 414"/>
                <a:gd name="T63" fmla="*/ 2147483646 h 434"/>
                <a:gd name="T64" fmla="*/ 304471346 w 414"/>
                <a:gd name="T65" fmla="*/ 2147483646 h 434"/>
                <a:gd name="T66" fmla="*/ 811919782 w 414"/>
                <a:gd name="T67" fmla="*/ 2147483646 h 434"/>
                <a:gd name="T68" fmla="*/ 1304872302 w 414"/>
                <a:gd name="T69" fmla="*/ 2147483646 h 434"/>
                <a:gd name="T70" fmla="*/ 1986305996 w 414"/>
                <a:gd name="T71" fmla="*/ 2147483646 h 434"/>
                <a:gd name="T72" fmla="*/ 2147483646 w 414"/>
                <a:gd name="T73" fmla="*/ 2147483646 h 434"/>
                <a:gd name="T74" fmla="*/ 2147483646 w 414"/>
                <a:gd name="T75" fmla="*/ 2147483646 h 434"/>
                <a:gd name="T76" fmla="*/ 2147483646 w 414"/>
                <a:gd name="T77" fmla="*/ 2147483646 h 434"/>
                <a:gd name="T78" fmla="*/ 2147483646 w 414"/>
                <a:gd name="T79" fmla="*/ 2147483646 h 434"/>
                <a:gd name="T80" fmla="*/ 2147483646 w 414"/>
                <a:gd name="T81" fmla="*/ 2147483646 h 434"/>
                <a:gd name="T82" fmla="*/ 2147483646 w 414"/>
                <a:gd name="T83" fmla="*/ 2147483646 h 434"/>
                <a:gd name="T84" fmla="*/ 2147483646 w 414"/>
                <a:gd name="T85" fmla="*/ 2147483646 h 434"/>
                <a:gd name="T86" fmla="*/ 2147483646 w 414"/>
                <a:gd name="T87" fmla="*/ 2147483646 h 434"/>
                <a:gd name="T88" fmla="*/ 2147483646 w 414"/>
                <a:gd name="T89" fmla="*/ 2147483646 h 434"/>
                <a:gd name="T90" fmla="*/ 2147483646 w 414"/>
                <a:gd name="T91" fmla="*/ 2147483646 h 434"/>
                <a:gd name="T92" fmla="*/ 2147483646 w 414"/>
                <a:gd name="T93" fmla="*/ 2147483646 h 434"/>
                <a:gd name="T94" fmla="*/ 2147483646 w 414"/>
                <a:gd name="T95" fmla="*/ 2147483646 h 43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14" h="434">
                  <a:moveTo>
                    <a:pt x="392" y="273"/>
                  </a:moveTo>
                  <a:cubicBezTo>
                    <a:pt x="392" y="267"/>
                    <a:pt x="402" y="263"/>
                    <a:pt x="406" y="259"/>
                  </a:cubicBezTo>
                  <a:cubicBezTo>
                    <a:pt x="414" y="252"/>
                    <a:pt x="405" y="247"/>
                    <a:pt x="405" y="239"/>
                  </a:cubicBezTo>
                  <a:cubicBezTo>
                    <a:pt x="404" y="235"/>
                    <a:pt x="408" y="233"/>
                    <a:pt x="409" y="230"/>
                  </a:cubicBezTo>
                  <a:cubicBezTo>
                    <a:pt x="410" y="225"/>
                    <a:pt x="405" y="224"/>
                    <a:pt x="401" y="225"/>
                  </a:cubicBezTo>
                  <a:cubicBezTo>
                    <a:pt x="398" y="227"/>
                    <a:pt x="397" y="230"/>
                    <a:pt x="393" y="231"/>
                  </a:cubicBezTo>
                  <a:cubicBezTo>
                    <a:pt x="388" y="231"/>
                    <a:pt x="384" y="230"/>
                    <a:pt x="379" y="231"/>
                  </a:cubicBezTo>
                  <a:cubicBezTo>
                    <a:pt x="371" y="235"/>
                    <a:pt x="370" y="246"/>
                    <a:pt x="359" y="245"/>
                  </a:cubicBezTo>
                  <a:cubicBezTo>
                    <a:pt x="351" y="245"/>
                    <a:pt x="346" y="239"/>
                    <a:pt x="339" y="237"/>
                  </a:cubicBezTo>
                  <a:cubicBezTo>
                    <a:pt x="337" y="236"/>
                    <a:pt x="335" y="236"/>
                    <a:pt x="333" y="237"/>
                  </a:cubicBezTo>
                  <a:cubicBezTo>
                    <a:pt x="331" y="237"/>
                    <a:pt x="329" y="239"/>
                    <a:pt x="328" y="240"/>
                  </a:cubicBezTo>
                  <a:cubicBezTo>
                    <a:pt x="324" y="240"/>
                    <a:pt x="327" y="241"/>
                    <a:pt x="326" y="240"/>
                  </a:cubicBezTo>
                  <a:cubicBezTo>
                    <a:pt x="325" y="239"/>
                    <a:pt x="326" y="236"/>
                    <a:pt x="326" y="234"/>
                  </a:cubicBezTo>
                  <a:cubicBezTo>
                    <a:pt x="327" y="230"/>
                    <a:pt x="332" y="229"/>
                    <a:pt x="334" y="225"/>
                  </a:cubicBezTo>
                  <a:cubicBezTo>
                    <a:pt x="335" y="222"/>
                    <a:pt x="335" y="217"/>
                    <a:pt x="335" y="213"/>
                  </a:cubicBezTo>
                  <a:cubicBezTo>
                    <a:pt x="334" y="197"/>
                    <a:pt x="334" y="197"/>
                    <a:pt x="334" y="197"/>
                  </a:cubicBezTo>
                  <a:cubicBezTo>
                    <a:pt x="333" y="194"/>
                    <a:pt x="341" y="194"/>
                    <a:pt x="342" y="192"/>
                  </a:cubicBezTo>
                  <a:cubicBezTo>
                    <a:pt x="344" y="189"/>
                    <a:pt x="345" y="182"/>
                    <a:pt x="344" y="179"/>
                  </a:cubicBezTo>
                  <a:cubicBezTo>
                    <a:pt x="343" y="174"/>
                    <a:pt x="338" y="174"/>
                    <a:pt x="337" y="170"/>
                  </a:cubicBezTo>
                  <a:cubicBezTo>
                    <a:pt x="336" y="168"/>
                    <a:pt x="336" y="166"/>
                    <a:pt x="336" y="165"/>
                  </a:cubicBezTo>
                  <a:cubicBezTo>
                    <a:pt x="335" y="161"/>
                    <a:pt x="333" y="160"/>
                    <a:pt x="331" y="157"/>
                  </a:cubicBezTo>
                  <a:cubicBezTo>
                    <a:pt x="327" y="153"/>
                    <a:pt x="323" y="149"/>
                    <a:pt x="320" y="145"/>
                  </a:cubicBezTo>
                  <a:cubicBezTo>
                    <a:pt x="318" y="141"/>
                    <a:pt x="315" y="133"/>
                    <a:pt x="312" y="131"/>
                  </a:cubicBezTo>
                  <a:cubicBezTo>
                    <a:pt x="303" y="126"/>
                    <a:pt x="290" y="143"/>
                    <a:pt x="290" y="150"/>
                  </a:cubicBezTo>
                  <a:cubicBezTo>
                    <a:pt x="290" y="155"/>
                    <a:pt x="291" y="160"/>
                    <a:pt x="286" y="163"/>
                  </a:cubicBezTo>
                  <a:cubicBezTo>
                    <a:pt x="281" y="165"/>
                    <a:pt x="275" y="162"/>
                    <a:pt x="270" y="162"/>
                  </a:cubicBezTo>
                  <a:cubicBezTo>
                    <a:pt x="264" y="161"/>
                    <a:pt x="260" y="165"/>
                    <a:pt x="256" y="169"/>
                  </a:cubicBezTo>
                  <a:cubicBezTo>
                    <a:pt x="254" y="172"/>
                    <a:pt x="245" y="178"/>
                    <a:pt x="245" y="171"/>
                  </a:cubicBezTo>
                  <a:cubicBezTo>
                    <a:pt x="245" y="166"/>
                    <a:pt x="252" y="162"/>
                    <a:pt x="255" y="160"/>
                  </a:cubicBezTo>
                  <a:cubicBezTo>
                    <a:pt x="260" y="155"/>
                    <a:pt x="260" y="152"/>
                    <a:pt x="260" y="146"/>
                  </a:cubicBezTo>
                  <a:cubicBezTo>
                    <a:pt x="259" y="141"/>
                    <a:pt x="258" y="137"/>
                    <a:pt x="254" y="133"/>
                  </a:cubicBezTo>
                  <a:cubicBezTo>
                    <a:pt x="252" y="131"/>
                    <a:pt x="249" y="129"/>
                    <a:pt x="248" y="127"/>
                  </a:cubicBezTo>
                  <a:cubicBezTo>
                    <a:pt x="246" y="124"/>
                    <a:pt x="247" y="118"/>
                    <a:pt x="246" y="114"/>
                  </a:cubicBezTo>
                  <a:cubicBezTo>
                    <a:pt x="245" y="112"/>
                    <a:pt x="244" y="112"/>
                    <a:pt x="244" y="109"/>
                  </a:cubicBezTo>
                  <a:cubicBezTo>
                    <a:pt x="245" y="106"/>
                    <a:pt x="247" y="104"/>
                    <a:pt x="247" y="101"/>
                  </a:cubicBezTo>
                  <a:cubicBezTo>
                    <a:pt x="247" y="97"/>
                    <a:pt x="246" y="88"/>
                    <a:pt x="241" y="87"/>
                  </a:cubicBezTo>
                  <a:cubicBezTo>
                    <a:pt x="238" y="86"/>
                    <a:pt x="235" y="89"/>
                    <a:pt x="233" y="90"/>
                  </a:cubicBezTo>
                  <a:cubicBezTo>
                    <a:pt x="230" y="91"/>
                    <a:pt x="229" y="92"/>
                    <a:pt x="229" y="89"/>
                  </a:cubicBezTo>
                  <a:cubicBezTo>
                    <a:pt x="229" y="83"/>
                    <a:pt x="235" y="81"/>
                    <a:pt x="232" y="74"/>
                  </a:cubicBezTo>
                  <a:cubicBezTo>
                    <a:pt x="228" y="64"/>
                    <a:pt x="216" y="75"/>
                    <a:pt x="212" y="79"/>
                  </a:cubicBezTo>
                  <a:cubicBezTo>
                    <a:pt x="209" y="82"/>
                    <a:pt x="206" y="88"/>
                    <a:pt x="203" y="91"/>
                  </a:cubicBezTo>
                  <a:cubicBezTo>
                    <a:pt x="200" y="94"/>
                    <a:pt x="199" y="100"/>
                    <a:pt x="196" y="99"/>
                  </a:cubicBezTo>
                  <a:cubicBezTo>
                    <a:pt x="194" y="99"/>
                    <a:pt x="193" y="96"/>
                    <a:pt x="191" y="96"/>
                  </a:cubicBezTo>
                  <a:cubicBezTo>
                    <a:pt x="188" y="95"/>
                    <a:pt x="188" y="97"/>
                    <a:pt x="186" y="99"/>
                  </a:cubicBezTo>
                  <a:cubicBezTo>
                    <a:pt x="180" y="101"/>
                    <a:pt x="177" y="95"/>
                    <a:pt x="176" y="90"/>
                  </a:cubicBezTo>
                  <a:cubicBezTo>
                    <a:pt x="174" y="85"/>
                    <a:pt x="173" y="80"/>
                    <a:pt x="170" y="76"/>
                  </a:cubicBezTo>
                  <a:cubicBezTo>
                    <a:pt x="165" y="71"/>
                    <a:pt x="160" y="75"/>
                    <a:pt x="155" y="72"/>
                  </a:cubicBezTo>
                  <a:cubicBezTo>
                    <a:pt x="152" y="71"/>
                    <a:pt x="151" y="64"/>
                    <a:pt x="151" y="61"/>
                  </a:cubicBezTo>
                  <a:cubicBezTo>
                    <a:pt x="152" y="57"/>
                    <a:pt x="159" y="55"/>
                    <a:pt x="160" y="50"/>
                  </a:cubicBezTo>
                  <a:cubicBezTo>
                    <a:pt x="161" y="43"/>
                    <a:pt x="143" y="38"/>
                    <a:pt x="138" y="35"/>
                  </a:cubicBezTo>
                  <a:cubicBezTo>
                    <a:pt x="135" y="33"/>
                    <a:pt x="132" y="30"/>
                    <a:pt x="130" y="27"/>
                  </a:cubicBezTo>
                  <a:cubicBezTo>
                    <a:pt x="129" y="25"/>
                    <a:pt x="127" y="23"/>
                    <a:pt x="126" y="20"/>
                  </a:cubicBezTo>
                  <a:cubicBezTo>
                    <a:pt x="125" y="18"/>
                    <a:pt x="124" y="14"/>
                    <a:pt x="122" y="13"/>
                  </a:cubicBezTo>
                  <a:cubicBezTo>
                    <a:pt x="120" y="11"/>
                    <a:pt x="115" y="11"/>
                    <a:pt x="112" y="11"/>
                  </a:cubicBezTo>
                  <a:cubicBezTo>
                    <a:pt x="107" y="10"/>
                    <a:pt x="102" y="9"/>
                    <a:pt x="98" y="7"/>
                  </a:cubicBezTo>
                  <a:cubicBezTo>
                    <a:pt x="93" y="6"/>
                    <a:pt x="88" y="0"/>
                    <a:pt x="85" y="7"/>
                  </a:cubicBezTo>
                  <a:cubicBezTo>
                    <a:pt x="82" y="12"/>
                    <a:pt x="86" y="17"/>
                    <a:pt x="89" y="21"/>
                  </a:cubicBezTo>
                  <a:cubicBezTo>
                    <a:pt x="95" y="34"/>
                    <a:pt x="94" y="48"/>
                    <a:pt x="81" y="53"/>
                  </a:cubicBezTo>
                  <a:cubicBezTo>
                    <a:pt x="83" y="56"/>
                    <a:pt x="79" y="63"/>
                    <a:pt x="77" y="65"/>
                  </a:cubicBezTo>
                  <a:cubicBezTo>
                    <a:pt x="74" y="68"/>
                    <a:pt x="72" y="68"/>
                    <a:pt x="68" y="66"/>
                  </a:cubicBezTo>
                  <a:cubicBezTo>
                    <a:pt x="64" y="65"/>
                    <a:pt x="61" y="64"/>
                    <a:pt x="58" y="66"/>
                  </a:cubicBezTo>
                  <a:cubicBezTo>
                    <a:pt x="56" y="66"/>
                    <a:pt x="55" y="69"/>
                    <a:pt x="54" y="70"/>
                  </a:cubicBezTo>
                  <a:cubicBezTo>
                    <a:pt x="53" y="71"/>
                    <a:pt x="51" y="71"/>
                    <a:pt x="50" y="73"/>
                  </a:cubicBezTo>
                  <a:cubicBezTo>
                    <a:pt x="46" y="77"/>
                    <a:pt x="47" y="77"/>
                    <a:pt x="46" y="82"/>
                  </a:cubicBezTo>
                  <a:cubicBezTo>
                    <a:pt x="45" y="87"/>
                    <a:pt x="43" y="88"/>
                    <a:pt x="48" y="91"/>
                  </a:cubicBezTo>
                  <a:cubicBezTo>
                    <a:pt x="52" y="93"/>
                    <a:pt x="54" y="95"/>
                    <a:pt x="57" y="98"/>
                  </a:cubicBezTo>
                  <a:cubicBezTo>
                    <a:pt x="60" y="100"/>
                    <a:pt x="64" y="101"/>
                    <a:pt x="67" y="103"/>
                  </a:cubicBezTo>
                  <a:cubicBezTo>
                    <a:pt x="72" y="106"/>
                    <a:pt x="78" y="110"/>
                    <a:pt x="76" y="116"/>
                  </a:cubicBezTo>
                  <a:cubicBezTo>
                    <a:pt x="75" y="121"/>
                    <a:pt x="69" y="126"/>
                    <a:pt x="66" y="129"/>
                  </a:cubicBezTo>
                  <a:cubicBezTo>
                    <a:pt x="63" y="133"/>
                    <a:pt x="60" y="137"/>
                    <a:pt x="58" y="142"/>
                  </a:cubicBezTo>
                  <a:cubicBezTo>
                    <a:pt x="54" y="146"/>
                    <a:pt x="51" y="150"/>
                    <a:pt x="48" y="156"/>
                  </a:cubicBezTo>
                  <a:cubicBezTo>
                    <a:pt x="47" y="161"/>
                    <a:pt x="46" y="166"/>
                    <a:pt x="43" y="171"/>
                  </a:cubicBezTo>
                  <a:cubicBezTo>
                    <a:pt x="41" y="175"/>
                    <a:pt x="38" y="178"/>
                    <a:pt x="38" y="182"/>
                  </a:cubicBezTo>
                  <a:cubicBezTo>
                    <a:pt x="38" y="187"/>
                    <a:pt x="41" y="190"/>
                    <a:pt x="45" y="193"/>
                  </a:cubicBezTo>
                  <a:cubicBezTo>
                    <a:pt x="44" y="198"/>
                    <a:pt x="40" y="206"/>
                    <a:pt x="42" y="210"/>
                  </a:cubicBezTo>
                  <a:cubicBezTo>
                    <a:pt x="43" y="213"/>
                    <a:pt x="46" y="214"/>
                    <a:pt x="47" y="216"/>
                  </a:cubicBezTo>
                  <a:cubicBezTo>
                    <a:pt x="52" y="221"/>
                    <a:pt x="49" y="232"/>
                    <a:pt x="42" y="234"/>
                  </a:cubicBezTo>
                  <a:cubicBezTo>
                    <a:pt x="38" y="235"/>
                    <a:pt x="30" y="228"/>
                    <a:pt x="27" y="232"/>
                  </a:cubicBezTo>
                  <a:cubicBezTo>
                    <a:pt x="24" y="237"/>
                    <a:pt x="38" y="246"/>
                    <a:pt x="27" y="247"/>
                  </a:cubicBezTo>
                  <a:cubicBezTo>
                    <a:pt x="23" y="248"/>
                    <a:pt x="9" y="244"/>
                    <a:pt x="16" y="251"/>
                  </a:cubicBezTo>
                  <a:cubicBezTo>
                    <a:pt x="19" y="254"/>
                    <a:pt x="21" y="256"/>
                    <a:pt x="23" y="258"/>
                  </a:cubicBezTo>
                  <a:cubicBezTo>
                    <a:pt x="25" y="261"/>
                    <a:pt x="30" y="264"/>
                    <a:pt x="30" y="268"/>
                  </a:cubicBezTo>
                  <a:cubicBezTo>
                    <a:pt x="30" y="274"/>
                    <a:pt x="24" y="283"/>
                    <a:pt x="33" y="281"/>
                  </a:cubicBezTo>
                  <a:cubicBezTo>
                    <a:pt x="37" y="281"/>
                    <a:pt x="40" y="279"/>
                    <a:pt x="43" y="282"/>
                  </a:cubicBezTo>
                  <a:cubicBezTo>
                    <a:pt x="44" y="283"/>
                    <a:pt x="44" y="286"/>
                    <a:pt x="45" y="287"/>
                  </a:cubicBezTo>
                  <a:cubicBezTo>
                    <a:pt x="46" y="289"/>
                    <a:pt x="49" y="289"/>
                    <a:pt x="49" y="291"/>
                  </a:cubicBezTo>
                  <a:cubicBezTo>
                    <a:pt x="50" y="301"/>
                    <a:pt x="50" y="301"/>
                    <a:pt x="50" y="301"/>
                  </a:cubicBezTo>
                  <a:cubicBezTo>
                    <a:pt x="51" y="310"/>
                    <a:pt x="48" y="319"/>
                    <a:pt x="50" y="327"/>
                  </a:cubicBezTo>
                  <a:cubicBezTo>
                    <a:pt x="50" y="330"/>
                    <a:pt x="53" y="333"/>
                    <a:pt x="53" y="336"/>
                  </a:cubicBezTo>
                  <a:cubicBezTo>
                    <a:pt x="53" y="339"/>
                    <a:pt x="50" y="340"/>
                    <a:pt x="48" y="342"/>
                  </a:cubicBezTo>
                  <a:cubicBezTo>
                    <a:pt x="44" y="347"/>
                    <a:pt x="50" y="348"/>
                    <a:pt x="49" y="354"/>
                  </a:cubicBezTo>
                  <a:cubicBezTo>
                    <a:pt x="47" y="361"/>
                    <a:pt x="43" y="364"/>
                    <a:pt x="36" y="367"/>
                  </a:cubicBezTo>
                  <a:cubicBezTo>
                    <a:pt x="29" y="371"/>
                    <a:pt x="24" y="375"/>
                    <a:pt x="22" y="383"/>
                  </a:cubicBezTo>
                  <a:cubicBezTo>
                    <a:pt x="22" y="387"/>
                    <a:pt x="20" y="396"/>
                    <a:pt x="14" y="397"/>
                  </a:cubicBezTo>
                  <a:cubicBezTo>
                    <a:pt x="9" y="398"/>
                    <a:pt x="5" y="387"/>
                    <a:pt x="2" y="397"/>
                  </a:cubicBezTo>
                  <a:cubicBezTo>
                    <a:pt x="0" y="405"/>
                    <a:pt x="5" y="413"/>
                    <a:pt x="0" y="421"/>
                  </a:cubicBezTo>
                  <a:cubicBezTo>
                    <a:pt x="0" y="421"/>
                    <a:pt x="0" y="422"/>
                    <a:pt x="1" y="423"/>
                  </a:cubicBezTo>
                  <a:cubicBezTo>
                    <a:pt x="6" y="424"/>
                    <a:pt x="10" y="425"/>
                    <a:pt x="16" y="426"/>
                  </a:cubicBezTo>
                  <a:cubicBezTo>
                    <a:pt x="21" y="430"/>
                    <a:pt x="21" y="430"/>
                    <a:pt x="21" y="430"/>
                  </a:cubicBezTo>
                  <a:cubicBezTo>
                    <a:pt x="27" y="428"/>
                    <a:pt x="33" y="429"/>
                    <a:pt x="39" y="429"/>
                  </a:cubicBezTo>
                  <a:cubicBezTo>
                    <a:pt x="43" y="428"/>
                    <a:pt x="45" y="428"/>
                    <a:pt x="48" y="429"/>
                  </a:cubicBezTo>
                  <a:cubicBezTo>
                    <a:pt x="51" y="429"/>
                    <a:pt x="53" y="431"/>
                    <a:pt x="56" y="431"/>
                  </a:cubicBezTo>
                  <a:cubicBezTo>
                    <a:pt x="61" y="428"/>
                    <a:pt x="63" y="429"/>
                    <a:pt x="68" y="429"/>
                  </a:cubicBezTo>
                  <a:cubicBezTo>
                    <a:pt x="74" y="421"/>
                    <a:pt x="74" y="421"/>
                    <a:pt x="74" y="421"/>
                  </a:cubicBezTo>
                  <a:cubicBezTo>
                    <a:pt x="79" y="423"/>
                    <a:pt x="85" y="428"/>
                    <a:pt x="90" y="426"/>
                  </a:cubicBezTo>
                  <a:cubicBezTo>
                    <a:pt x="91" y="426"/>
                    <a:pt x="93" y="424"/>
                    <a:pt x="95" y="423"/>
                  </a:cubicBezTo>
                  <a:cubicBezTo>
                    <a:pt x="97" y="422"/>
                    <a:pt x="99" y="422"/>
                    <a:pt x="101" y="422"/>
                  </a:cubicBezTo>
                  <a:cubicBezTo>
                    <a:pt x="114" y="421"/>
                    <a:pt x="125" y="425"/>
                    <a:pt x="137" y="428"/>
                  </a:cubicBezTo>
                  <a:cubicBezTo>
                    <a:pt x="144" y="430"/>
                    <a:pt x="144" y="430"/>
                    <a:pt x="144" y="430"/>
                  </a:cubicBezTo>
                  <a:cubicBezTo>
                    <a:pt x="150" y="431"/>
                    <a:pt x="156" y="429"/>
                    <a:pt x="162" y="430"/>
                  </a:cubicBezTo>
                  <a:cubicBezTo>
                    <a:pt x="169" y="431"/>
                    <a:pt x="175" y="434"/>
                    <a:pt x="181" y="432"/>
                  </a:cubicBezTo>
                  <a:cubicBezTo>
                    <a:pt x="188" y="431"/>
                    <a:pt x="194" y="429"/>
                    <a:pt x="201" y="428"/>
                  </a:cubicBezTo>
                  <a:cubicBezTo>
                    <a:pt x="208" y="427"/>
                    <a:pt x="213" y="424"/>
                    <a:pt x="219" y="420"/>
                  </a:cubicBezTo>
                  <a:cubicBezTo>
                    <a:pt x="221" y="419"/>
                    <a:pt x="221" y="419"/>
                    <a:pt x="221" y="419"/>
                  </a:cubicBezTo>
                  <a:cubicBezTo>
                    <a:pt x="230" y="419"/>
                    <a:pt x="230" y="419"/>
                    <a:pt x="230" y="419"/>
                  </a:cubicBezTo>
                  <a:cubicBezTo>
                    <a:pt x="236" y="424"/>
                    <a:pt x="236" y="424"/>
                    <a:pt x="236" y="424"/>
                  </a:cubicBezTo>
                  <a:cubicBezTo>
                    <a:pt x="241" y="425"/>
                    <a:pt x="244" y="421"/>
                    <a:pt x="248" y="420"/>
                  </a:cubicBezTo>
                  <a:cubicBezTo>
                    <a:pt x="255" y="418"/>
                    <a:pt x="255" y="418"/>
                    <a:pt x="255" y="418"/>
                  </a:cubicBezTo>
                  <a:cubicBezTo>
                    <a:pt x="261" y="416"/>
                    <a:pt x="266" y="418"/>
                    <a:pt x="272" y="420"/>
                  </a:cubicBezTo>
                  <a:cubicBezTo>
                    <a:pt x="279" y="423"/>
                    <a:pt x="284" y="423"/>
                    <a:pt x="292" y="422"/>
                  </a:cubicBezTo>
                  <a:cubicBezTo>
                    <a:pt x="297" y="417"/>
                    <a:pt x="302" y="412"/>
                    <a:pt x="309" y="408"/>
                  </a:cubicBezTo>
                  <a:cubicBezTo>
                    <a:pt x="311" y="399"/>
                    <a:pt x="311" y="399"/>
                    <a:pt x="311" y="399"/>
                  </a:cubicBezTo>
                  <a:cubicBezTo>
                    <a:pt x="323" y="392"/>
                    <a:pt x="336" y="395"/>
                    <a:pt x="349" y="398"/>
                  </a:cubicBezTo>
                  <a:cubicBezTo>
                    <a:pt x="351" y="395"/>
                    <a:pt x="348" y="389"/>
                    <a:pt x="346" y="387"/>
                  </a:cubicBezTo>
                  <a:cubicBezTo>
                    <a:pt x="341" y="385"/>
                    <a:pt x="337" y="387"/>
                    <a:pt x="336" y="379"/>
                  </a:cubicBezTo>
                  <a:cubicBezTo>
                    <a:pt x="335" y="377"/>
                    <a:pt x="331" y="377"/>
                    <a:pt x="329" y="374"/>
                  </a:cubicBezTo>
                  <a:cubicBezTo>
                    <a:pt x="328" y="372"/>
                    <a:pt x="325" y="369"/>
                    <a:pt x="324" y="366"/>
                  </a:cubicBezTo>
                  <a:cubicBezTo>
                    <a:pt x="323" y="362"/>
                    <a:pt x="323" y="357"/>
                    <a:pt x="323" y="353"/>
                  </a:cubicBezTo>
                  <a:cubicBezTo>
                    <a:pt x="324" y="342"/>
                    <a:pt x="325" y="332"/>
                    <a:pt x="326" y="322"/>
                  </a:cubicBezTo>
                  <a:cubicBezTo>
                    <a:pt x="328" y="319"/>
                    <a:pt x="333" y="321"/>
                    <a:pt x="335" y="317"/>
                  </a:cubicBezTo>
                  <a:cubicBezTo>
                    <a:pt x="336" y="316"/>
                    <a:pt x="336" y="316"/>
                    <a:pt x="336" y="316"/>
                  </a:cubicBezTo>
                  <a:cubicBezTo>
                    <a:pt x="337" y="314"/>
                    <a:pt x="337" y="314"/>
                    <a:pt x="337" y="314"/>
                  </a:cubicBezTo>
                  <a:cubicBezTo>
                    <a:pt x="338" y="311"/>
                    <a:pt x="336" y="307"/>
                    <a:pt x="336" y="305"/>
                  </a:cubicBezTo>
                  <a:cubicBezTo>
                    <a:pt x="338" y="305"/>
                    <a:pt x="339" y="303"/>
                    <a:pt x="339" y="302"/>
                  </a:cubicBezTo>
                  <a:cubicBezTo>
                    <a:pt x="339" y="300"/>
                    <a:pt x="337" y="298"/>
                    <a:pt x="336" y="297"/>
                  </a:cubicBezTo>
                  <a:cubicBezTo>
                    <a:pt x="339" y="292"/>
                    <a:pt x="346" y="292"/>
                    <a:pt x="352" y="293"/>
                  </a:cubicBezTo>
                  <a:cubicBezTo>
                    <a:pt x="360" y="289"/>
                    <a:pt x="361" y="287"/>
                    <a:pt x="367" y="281"/>
                  </a:cubicBezTo>
                  <a:cubicBezTo>
                    <a:pt x="369" y="281"/>
                    <a:pt x="370" y="281"/>
                    <a:pt x="372" y="281"/>
                  </a:cubicBezTo>
                  <a:cubicBezTo>
                    <a:pt x="375" y="280"/>
                    <a:pt x="375" y="280"/>
                    <a:pt x="375" y="280"/>
                  </a:cubicBezTo>
                  <a:cubicBezTo>
                    <a:pt x="376" y="280"/>
                    <a:pt x="376" y="280"/>
                    <a:pt x="376" y="280"/>
                  </a:cubicBezTo>
                  <a:cubicBezTo>
                    <a:pt x="377" y="282"/>
                    <a:pt x="378" y="283"/>
                    <a:pt x="380" y="285"/>
                  </a:cubicBezTo>
                  <a:cubicBezTo>
                    <a:pt x="383" y="285"/>
                    <a:pt x="383" y="285"/>
                    <a:pt x="383" y="285"/>
                  </a:cubicBezTo>
                  <a:cubicBezTo>
                    <a:pt x="385" y="287"/>
                    <a:pt x="387" y="288"/>
                    <a:pt x="389" y="289"/>
                  </a:cubicBezTo>
                  <a:cubicBezTo>
                    <a:pt x="396" y="285"/>
                    <a:pt x="396" y="285"/>
                    <a:pt x="396" y="285"/>
                  </a:cubicBezTo>
                  <a:cubicBezTo>
                    <a:pt x="393" y="280"/>
                    <a:pt x="392" y="280"/>
                    <a:pt x="392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81A86A50-33CF-9E28-A077-23F9818F4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1288" y="3586163"/>
              <a:ext cx="2565400" cy="1119187"/>
            </a:xfrm>
            <a:custGeom>
              <a:avLst/>
              <a:gdLst>
                <a:gd name="T0" fmla="*/ 2147483646 w 674"/>
                <a:gd name="T1" fmla="*/ 826009494 h 294"/>
                <a:gd name="T2" fmla="*/ 2147483646 w 674"/>
                <a:gd name="T3" fmla="*/ 681097618 h 294"/>
                <a:gd name="T4" fmla="*/ 2147483646 w 674"/>
                <a:gd name="T5" fmla="*/ 1072363870 h 294"/>
                <a:gd name="T6" fmla="*/ 2147483646 w 674"/>
                <a:gd name="T7" fmla="*/ 1014398359 h 294"/>
                <a:gd name="T8" fmla="*/ 2147483646 w 674"/>
                <a:gd name="T9" fmla="*/ 753551653 h 294"/>
                <a:gd name="T10" fmla="*/ 2147483646 w 674"/>
                <a:gd name="T11" fmla="*/ 1173802564 h 294"/>
                <a:gd name="T12" fmla="*/ 2147483646 w 674"/>
                <a:gd name="T13" fmla="*/ 1492614782 h 294"/>
                <a:gd name="T14" fmla="*/ 2147483646 w 674"/>
                <a:gd name="T15" fmla="*/ 1318718247 h 294"/>
                <a:gd name="T16" fmla="*/ 2147483646 w 674"/>
                <a:gd name="T17" fmla="*/ 782536312 h 294"/>
                <a:gd name="T18" fmla="*/ 2147483646 w 674"/>
                <a:gd name="T19" fmla="*/ 1043383018 h 294"/>
                <a:gd name="T20" fmla="*/ 2147483646 w 674"/>
                <a:gd name="T21" fmla="*/ 1086856200 h 294"/>
                <a:gd name="T22" fmla="*/ 2147483646 w 674"/>
                <a:gd name="T23" fmla="*/ 782536312 h 294"/>
                <a:gd name="T24" fmla="*/ 2147483646 w 674"/>
                <a:gd name="T25" fmla="*/ 724570800 h 294"/>
                <a:gd name="T26" fmla="*/ 2147483646 w 674"/>
                <a:gd name="T27" fmla="*/ 550674265 h 294"/>
                <a:gd name="T28" fmla="*/ 2147483646 w 674"/>
                <a:gd name="T29" fmla="*/ 318812218 h 294"/>
                <a:gd name="T30" fmla="*/ 2147483646 w 674"/>
                <a:gd name="T31" fmla="*/ 173896535 h 294"/>
                <a:gd name="T32" fmla="*/ 2147483646 w 674"/>
                <a:gd name="T33" fmla="*/ 130423353 h 294"/>
                <a:gd name="T34" fmla="*/ 2147483646 w 674"/>
                <a:gd name="T35" fmla="*/ 260846706 h 294"/>
                <a:gd name="T36" fmla="*/ 1752975121 w 674"/>
                <a:gd name="T37" fmla="*/ 188388865 h 294"/>
                <a:gd name="T38" fmla="*/ 1390789361 w 674"/>
                <a:gd name="T39" fmla="*/ 130423353 h 294"/>
                <a:gd name="T40" fmla="*/ 985144050 w 674"/>
                <a:gd name="T41" fmla="*/ 115931023 h 294"/>
                <a:gd name="T42" fmla="*/ 738858037 w 674"/>
                <a:gd name="T43" fmla="*/ 507201083 h 294"/>
                <a:gd name="T44" fmla="*/ 376672277 w 674"/>
                <a:gd name="T45" fmla="*/ 869486483 h 294"/>
                <a:gd name="T46" fmla="*/ 159363105 w 674"/>
                <a:gd name="T47" fmla="*/ 1144821712 h 294"/>
                <a:gd name="T48" fmla="*/ 28973034 w 674"/>
                <a:gd name="T49" fmla="*/ 1738969159 h 294"/>
                <a:gd name="T50" fmla="*/ 565008416 w 674"/>
                <a:gd name="T51" fmla="*/ 2147483646 h 294"/>
                <a:gd name="T52" fmla="*/ 811294428 w 674"/>
                <a:gd name="T53" fmla="*/ 2147483646 h 294"/>
                <a:gd name="T54" fmla="*/ 796807911 w 674"/>
                <a:gd name="T55" fmla="*/ 2147483646 h 294"/>
                <a:gd name="T56" fmla="*/ 1318352970 w 674"/>
                <a:gd name="T57" fmla="*/ 2147483646 h 294"/>
                <a:gd name="T58" fmla="*/ 1448739235 w 674"/>
                <a:gd name="T59" fmla="*/ 2147483646 h 294"/>
                <a:gd name="T60" fmla="*/ 1579125499 w 674"/>
                <a:gd name="T61" fmla="*/ 2147483646 h 294"/>
                <a:gd name="T62" fmla="*/ 1825411512 w 674"/>
                <a:gd name="T63" fmla="*/ 2147483646 h 294"/>
                <a:gd name="T64" fmla="*/ 2057211007 w 674"/>
                <a:gd name="T65" fmla="*/ 2147483646 h 294"/>
                <a:gd name="T66" fmla="*/ 2147483646 w 674"/>
                <a:gd name="T67" fmla="*/ 2147483646 h 294"/>
                <a:gd name="T68" fmla="*/ 2147483646 w 674"/>
                <a:gd name="T69" fmla="*/ 2147483646 h 294"/>
                <a:gd name="T70" fmla="*/ 2147483646 w 674"/>
                <a:gd name="T71" fmla="*/ 2147483646 h 294"/>
                <a:gd name="T72" fmla="*/ 2147483646 w 674"/>
                <a:gd name="T73" fmla="*/ 2147483646 h 294"/>
                <a:gd name="T74" fmla="*/ 2147483646 w 674"/>
                <a:gd name="T75" fmla="*/ 2147483646 h 294"/>
                <a:gd name="T76" fmla="*/ 2147483646 w 674"/>
                <a:gd name="T77" fmla="*/ 2147483646 h 294"/>
                <a:gd name="T78" fmla="*/ 2147483646 w 674"/>
                <a:gd name="T79" fmla="*/ 2147483646 h 294"/>
                <a:gd name="T80" fmla="*/ 2147483646 w 674"/>
                <a:gd name="T81" fmla="*/ 2147483646 h 294"/>
                <a:gd name="T82" fmla="*/ 2147483646 w 674"/>
                <a:gd name="T83" fmla="*/ 2147483646 h 294"/>
                <a:gd name="T84" fmla="*/ 2147483646 w 674"/>
                <a:gd name="T85" fmla="*/ 2147483646 h 294"/>
                <a:gd name="T86" fmla="*/ 2147483646 w 674"/>
                <a:gd name="T87" fmla="*/ 2147483646 h 294"/>
                <a:gd name="T88" fmla="*/ 2147483646 w 674"/>
                <a:gd name="T89" fmla="*/ 2147483646 h 294"/>
                <a:gd name="T90" fmla="*/ 2147483646 w 674"/>
                <a:gd name="T91" fmla="*/ 2147483646 h 294"/>
                <a:gd name="T92" fmla="*/ 2147483646 w 674"/>
                <a:gd name="T93" fmla="*/ 2147483646 h 294"/>
                <a:gd name="T94" fmla="*/ 2147483646 w 674"/>
                <a:gd name="T95" fmla="*/ 2147483646 h 294"/>
                <a:gd name="T96" fmla="*/ 2147483646 w 674"/>
                <a:gd name="T97" fmla="*/ 2147483646 h 294"/>
                <a:gd name="T98" fmla="*/ 2147483646 w 674"/>
                <a:gd name="T99" fmla="*/ 2147483646 h 294"/>
                <a:gd name="T100" fmla="*/ 2147483646 w 674"/>
                <a:gd name="T101" fmla="*/ 2147483646 h 294"/>
                <a:gd name="T102" fmla="*/ 2147483646 w 674"/>
                <a:gd name="T103" fmla="*/ 2147483646 h 294"/>
                <a:gd name="T104" fmla="*/ 2147483646 w 674"/>
                <a:gd name="T105" fmla="*/ 2147483646 h 294"/>
                <a:gd name="T106" fmla="*/ 2147483646 w 674"/>
                <a:gd name="T107" fmla="*/ 2147483646 h 294"/>
                <a:gd name="T108" fmla="*/ 2147483646 w 674"/>
                <a:gd name="T109" fmla="*/ 2147483646 h 294"/>
                <a:gd name="T110" fmla="*/ 2147483646 w 674"/>
                <a:gd name="T111" fmla="*/ 2147483646 h 294"/>
                <a:gd name="T112" fmla="*/ 2147483646 w 674"/>
                <a:gd name="T113" fmla="*/ 2147483646 h 294"/>
                <a:gd name="T114" fmla="*/ 2147483646 w 674"/>
                <a:gd name="T115" fmla="*/ 1709988306 h 294"/>
                <a:gd name="T116" fmla="*/ 2147483646 w 674"/>
                <a:gd name="T117" fmla="*/ 927451994 h 2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674" h="294">
                  <a:moveTo>
                    <a:pt x="646" y="63"/>
                  </a:moveTo>
                  <a:cubicBezTo>
                    <a:pt x="643" y="64"/>
                    <a:pt x="638" y="66"/>
                    <a:pt x="635" y="65"/>
                  </a:cubicBezTo>
                  <a:cubicBezTo>
                    <a:pt x="632" y="64"/>
                    <a:pt x="631" y="59"/>
                    <a:pt x="630" y="57"/>
                  </a:cubicBezTo>
                  <a:cubicBezTo>
                    <a:pt x="629" y="52"/>
                    <a:pt x="634" y="35"/>
                    <a:pt x="630" y="31"/>
                  </a:cubicBezTo>
                  <a:cubicBezTo>
                    <a:pt x="628" y="29"/>
                    <a:pt x="621" y="30"/>
                    <a:pt x="618" y="32"/>
                  </a:cubicBezTo>
                  <a:cubicBezTo>
                    <a:pt x="614" y="34"/>
                    <a:pt x="613" y="44"/>
                    <a:pt x="610" y="47"/>
                  </a:cubicBezTo>
                  <a:cubicBezTo>
                    <a:pt x="606" y="51"/>
                    <a:pt x="604" y="50"/>
                    <a:pt x="600" y="52"/>
                  </a:cubicBezTo>
                  <a:cubicBezTo>
                    <a:pt x="595" y="54"/>
                    <a:pt x="595" y="60"/>
                    <a:pt x="595" y="64"/>
                  </a:cubicBezTo>
                  <a:cubicBezTo>
                    <a:pt x="596" y="68"/>
                    <a:pt x="596" y="72"/>
                    <a:pt x="592" y="74"/>
                  </a:cubicBezTo>
                  <a:cubicBezTo>
                    <a:pt x="590" y="74"/>
                    <a:pt x="588" y="67"/>
                    <a:pt x="585" y="68"/>
                  </a:cubicBezTo>
                  <a:cubicBezTo>
                    <a:pt x="583" y="68"/>
                    <a:pt x="580" y="69"/>
                    <a:pt x="578" y="70"/>
                  </a:cubicBezTo>
                  <a:cubicBezTo>
                    <a:pt x="572" y="71"/>
                    <a:pt x="567" y="70"/>
                    <a:pt x="562" y="70"/>
                  </a:cubicBezTo>
                  <a:cubicBezTo>
                    <a:pt x="557" y="70"/>
                    <a:pt x="552" y="72"/>
                    <a:pt x="546" y="70"/>
                  </a:cubicBezTo>
                  <a:cubicBezTo>
                    <a:pt x="541" y="68"/>
                    <a:pt x="541" y="65"/>
                    <a:pt x="538" y="61"/>
                  </a:cubicBezTo>
                  <a:cubicBezTo>
                    <a:pt x="535" y="57"/>
                    <a:pt x="531" y="54"/>
                    <a:pt x="526" y="52"/>
                  </a:cubicBezTo>
                  <a:cubicBezTo>
                    <a:pt x="523" y="51"/>
                    <a:pt x="496" y="42"/>
                    <a:pt x="495" y="45"/>
                  </a:cubicBezTo>
                  <a:cubicBezTo>
                    <a:pt x="482" y="46"/>
                    <a:pt x="494" y="59"/>
                    <a:pt x="494" y="65"/>
                  </a:cubicBezTo>
                  <a:cubicBezTo>
                    <a:pt x="494" y="70"/>
                    <a:pt x="492" y="76"/>
                    <a:pt x="494" y="81"/>
                  </a:cubicBezTo>
                  <a:cubicBezTo>
                    <a:pt x="496" y="84"/>
                    <a:pt x="500" y="87"/>
                    <a:pt x="498" y="91"/>
                  </a:cubicBezTo>
                  <a:cubicBezTo>
                    <a:pt x="496" y="95"/>
                    <a:pt x="490" y="93"/>
                    <a:pt x="487" y="94"/>
                  </a:cubicBezTo>
                  <a:cubicBezTo>
                    <a:pt x="482" y="96"/>
                    <a:pt x="478" y="100"/>
                    <a:pt x="474" y="103"/>
                  </a:cubicBezTo>
                  <a:cubicBezTo>
                    <a:pt x="461" y="109"/>
                    <a:pt x="455" y="97"/>
                    <a:pt x="443" y="97"/>
                  </a:cubicBezTo>
                  <a:cubicBezTo>
                    <a:pt x="438" y="97"/>
                    <a:pt x="435" y="98"/>
                    <a:pt x="431" y="96"/>
                  </a:cubicBezTo>
                  <a:cubicBezTo>
                    <a:pt x="427" y="94"/>
                    <a:pt x="425" y="92"/>
                    <a:pt x="420" y="91"/>
                  </a:cubicBezTo>
                  <a:cubicBezTo>
                    <a:pt x="414" y="90"/>
                    <a:pt x="412" y="89"/>
                    <a:pt x="412" y="83"/>
                  </a:cubicBezTo>
                  <a:cubicBezTo>
                    <a:pt x="412" y="76"/>
                    <a:pt x="410" y="77"/>
                    <a:pt x="405" y="72"/>
                  </a:cubicBezTo>
                  <a:cubicBezTo>
                    <a:pt x="400" y="67"/>
                    <a:pt x="403" y="49"/>
                    <a:pt x="392" y="54"/>
                  </a:cubicBezTo>
                  <a:cubicBezTo>
                    <a:pt x="388" y="55"/>
                    <a:pt x="388" y="57"/>
                    <a:pt x="384" y="54"/>
                  </a:cubicBezTo>
                  <a:cubicBezTo>
                    <a:pt x="381" y="50"/>
                    <a:pt x="377" y="47"/>
                    <a:pt x="377" y="55"/>
                  </a:cubicBezTo>
                  <a:cubicBezTo>
                    <a:pt x="358" y="43"/>
                    <a:pt x="372" y="66"/>
                    <a:pt x="362" y="72"/>
                  </a:cubicBezTo>
                  <a:cubicBezTo>
                    <a:pt x="358" y="74"/>
                    <a:pt x="352" y="71"/>
                    <a:pt x="347" y="73"/>
                  </a:cubicBezTo>
                  <a:cubicBezTo>
                    <a:pt x="342" y="74"/>
                    <a:pt x="345" y="76"/>
                    <a:pt x="344" y="80"/>
                  </a:cubicBezTo>
                  <a:cubicBezTo>
                    <a:pt x="341" y="88"/>
                    <a:pt x="326" y="80"/>
                    <a:pt x="323" y="75"/>
                  </a:cubicBezTo>
                  <a:cubicBezTo>
                    <a:pt x="322" y="71"/>
                    <a:pt x="323" y="68"/>
                    <a:pt x="325" y="65"/>
                  </a:cubicBezTo>
                  <a:cubicBezTo>
                    <a:pt x="328" y="62"/>
                    <a:pt x="331" y="59"/>
                    <a:pt x="325" y="57"/>
                  </a:cubicBezTo>
                  <a:cubicBezTo>
                    <a:pt x="323" y="56"/>
                    <a:pt x="316" y="53"/>
                    <a:pt x="313" y="54"/>
                  </a:cubicBezTo>
                  <a:cubicBezTo>
                    <a:pt x="309" y="56"/>
                    <a:pt x="309" y="61"/>
                    <a:pt x="305" y="56"/>
                  </a:cubicBezTo>
                  <a:cubicBezTo>
                    <a:pt x="302" y="54"/>
                    <a:pt x="302" y="50"/>
                    <a:pt x="299" y="48"/>
                  </a:cubicBezTo>
                  <a:cubicBezTo>
                    <a:pt x="295" y="45"/>
                    <a:pt x="292" y="48"/>
                    <a:pt x="288" y="50"/>
                  </a:cubicBezTo>
                  <a:cubicBezTo>
                    <a:pt x="284" y="51"/>
                    <a:pt x="282" y="51"/>
                    <a:pt x="277" y="48"/>
                  </a:cubicBezTo>
                  <a:cubicBezTo>
                    <a:pt x="272" y="45"/>
                    <a:pt x="270" y="46"/>
                    <a:pt x="264" y="47"/>
                  </a:cubicBezTo>
                  <a:cubicBezTo>
                    <a:pt x="261" y="45"/>
                    <a:pt x="257" y="42"/>
                    <a:pt x="255" y="38"/>
                  </a:cubicBezTo>
                  <a:cubicBezTo>
                    <a:pt x="254" y="35"/>
                    <a:pt x="254" y="34"/>
                    <a:pt x="252" y="32"/>
                  </a:cubicBezTo>
                  <a:cubicBezTo>
                    <a:pt x="251" y="30"/>
                    <a:pt x="249" y="29"/>
                    <a:pt x="248" y="26"/>
                  </a:cubicBezTo>
                  <a:cubicBezTo>
                    <a:pt x="247" y="24"/>
                    <a:pt x="247" y="23"/>
                    <a:pt x="244" y="22"/>
                  </a:cubicBezTo>
                  <a:cubicBezTo>
                    <a:pt x="240" y="21"/>
                    <a:pt x="236" y="24"/>
                    <a:pt x="232" y="23"/>
                  </a:cubicBezTo>
                  <a:cubicBezTo>
                    <a:pt x="223" y="22"/>
                    <a:pt x="220" y="16"/>
                    <a:pt x="210" y="16"/>
                  </a:cubicBezTo>
                  <a:cubicBezTo>
                    <a:pt x="205" y="17"/>
                    <a:pt x="203" y="17"/>
                    <a:pt x="202" y="12"/>
                  </a:cubicBezTo>
                  <a:cubicBezTo>
                    <a:pt x="200" y="5"/>
                    <a:pt x="201" y="10"/>
                    <a:pt x="195" y="9"/>
                  </a:cubicBezTo>
                  <a:cubicBezTo>
                    <a:pt x="192" y="8"/>
                    <a:pt x="193" y="4"/>
                    <a:pt x="189" y="3"/>
                  </a:cubicBezTo>
                  <a:cubicBezTo>
                    <a:pt x="183" y="1"/>
                    <a:pt x="183" y="5"/>
                    <a:pt x="184" y="9"/>
                  </a:cubicBezTo>
                  <a:cubicBezTo>
                    <a:pt x="184" y="13"/>
                    <a:pt x="185" y="16"/>
                    <a:pt x="180" y="17"/>
                  </a:cubicBezTo>
                  <a:cubicBezTo>
                    <a:pt x="173" y="18"/>
                    <a:pt x="171" y="16"/>
                    <a:pt x="168" y="12"/>
                  </a:cubicBezTo>
                  <a:cubicBezTo>
                    <a:pt x="161" y="3"/>
                    <a:pt x="158" y="14"/>
                    <a:pt x="154" y="18"/>
                  </a:cubicBezTo>
                  <a:cubicBezTo>
                    <a:pt x="150" y="22"/>
                    <a:pt x="140" y="31"/>
                    <a:pt x="135" y="24"/>
                  </a:cubicBezTo>
                  <a:cubicBezTo>
                    <a:pt x="133" y="21"/>
                    <a:pt x="134" y="17"/>
                    <a:pt x="132" y="14"/>
                  </a:cubicBezTo>
                  <a:cubicBezTo>
                    <a:pt x="129" y="11"/>
                    <a:pt x="125" y="13"/>
                    <a:pt x="121" y="13"/>
                  </a:cubicBezTo>
                  <a:cubicBezTo>
                    <a:pt x="115" y="13"/>
                    <a:pt x="115" y="9"/>
                    <a:pt x="111" y="5"/>
                  </a:cubicBezTo>
                  <a:cubicBezTo>
                    <a:pt x="108" y="3"/>
                    <a:pt x="98" y="0"/>
                    <a:pt x="95" y="3"/>
                  </a:cubicBezTo>
                  <a:cubicBezTo>
                    <a:pt x="96" y="6"/>
                    <a:pt x="98" y="6"/>
                    <a:pt x="96" y="9"/>
                  </a:cubicBezTo>
                  <a:cubicBezTo>
                    <a:pt x="96" y="11"/>
                    <a:pt x="95" y="15"/>
                    <a:pt x="92" y="15"/>
                  </a:cubicBezTo>
                  <a:cubicBezTo>
                    <a:pt x="87" y="14"/>
                    <a:pt x="87" y="5"/>
                    <a:pt x="83" y="3"/>
                  </a:cubicBezTo>
                  <a:cubicBezTo>
                    <a:pt x="78" y="0"/>
                    <a:pt x="72" y="6"/>
                    <a:pt x="68" y="8"/>
                  </a:cubicBezTo>
                  <a:cubicBezTo>
                    <a:pt x="63" y="11"/>
                    <a:pt x="59" y="14"/>
                    <a:pt x="54" y="16"/>
                  </a:cubicBezTo>
                  <a:cubicBezTo>
                    <a:pt x="51" y="18"/>
                    <a:pt x="34" y="23"/>
                    <a:pt x="40" y="29"/>
                  </a:cubicBezTo>
                  <a:cubicBezTo>
                    <a:pt x="43" y="32"/>
                    <a:pt x="51" y="28"/>
                    <a:pt x="51" y="35"/>
                  </a:cubicBezTo>
                  <a:cubicBezTo>
                    <a:pt x="51" y="40"/>
                    <a:pt x="40" y="42"/>
                    <a:pt x="37" y="46"/>
                  </a:cubicBezTo>
                  <a:cubicBezTo>
                    <a:pt x="33" y="52"/>
                    <a:pt x="35" y="56"/>
                    <a:pt x="26" y="59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4" y="61"/>
                    <a:pt x="22" y="61"/>
                    <a:pt x="20" y="63"/>
                  </a:cubicBezTo>
                  <a:cubicBezTo>
                    <a:pt x="19" y="65"/>
                    <a:pt x="19" y="68"/>
                    <a:pt x="19" y="71"/>
                  </a:cubicBezTo>
                  <a:cubicBezTo>
                    <a:pt x="19" y="77"/>
                    <a:pt x="17" y="76"/>
                    <a:pt x="11" y="79"/>
                  </a:cubicBezTo>
                  <a:cubicBezTo>
                    <a:pt x="6" y="82"/>
                    <a:pt x="6" y="87"/>
                    <a:pt x="7" y="92"/>
                  </a:cubicBezTo>
                  <a:cubicBezTo>
                    <a:pt x="7" y="98"/>
                    <a:pt x="7" y="101"/>
                    <a:pt x="5" y="106"/>
                  </a:cubicBezTo>
                  <a:cubicBezTo>
                    <a:pt x="2" y="111"/>
                    <a:pt x="0" y="115"/>
                    <a:pt x="2" y="120"/>
                  </a:cubicBezTo>
                  <a:cubicBezTo>
                    <a:pt x="5" y="126"/>
                    <a:pt x="10" y="125"/>
                    <a:pt x="15" y="126"/>
                  </a:cubicBezTo>
                  <a:cubicBezTo>
                    <a:pt x="27" y="128"/>
                    <a:pt x="32" y="138"/>
                    <a:pt x="36" y="148"/>
                  </a:cubicBezTo>
                  <a:cubicBezTo>
                    <a:pt x="36" y="150"/>
                    <a:pt x="38" y="152"/>
                    <a:pt x="39" y="154"/>
                  </a:cubicBezTo>
                  <a:cubicBezTo>
                    <a:pt x="40" y="157"/>
                    <a:pt x="39" y="160"/>
                    <a:pt x="39" y="164"/>
                  </a:cubicBezTo>
                  <a:cubicBezTo>
                    <a:pt x="39" y="170"/>
                    <a:pt x="42" y="174"/>
                    <a:pt x="49" y="175"/>
                  </a:cubicBezTo>
                  <a:cubicBezTo>
                    <a:pt x="52" y="175"/>
                    <a:pt x="55" y="173"/>
                    <a:pt x="56" y="177"/>
                  </a:cubicBezTo>
                  <a:cubicBezTo>
                    <a:pt x="56" y="179"/>
                    <a:pt x="53" y="183"/>
                    <a:pt x="52" y="185"/>
                  </a:cubicBezTo>
                  <a:cubicBezTo>
                    <a:pt x="46" y="197"/>
                    <a:pt x="33" y="217"/>
                    <a:pt x="45" y="229"/>
                  </a:cubicBezTo>
                  <a:cubicBezTo>
                    <a:pt x="48" y="232"/>
                    <a:pt x="51" y="235"/>
                    <a:pt x="55" y="235"/>
                  </a:cubicBezTo>
                  <a:cubicBezTo>
                    <a:pt x="59" y="235"/>
                    <a:pt x="64" y="229"/>
                    <a:pt x="68" y="232"/>
                  </a:cubicBezTo>
                  <a:cubicBezTo>
                    <a:pt x="72" y="235"/>
                    <a:pt x="70" y="239"/>
                    <a:pt x="75" y="235"/>
                  </a:cubicBezTo>
                  <a:cubicBezTo>
                    <a:pt x="79" y="231"/>
                    <a:pt x="85" y="229"/>
                    <a:pt x="91" y="233"/>
                  </a:cubicBezTo>
                  <a:cubicBezTo>
                    <a:pt x="92" y="232"/>
                    <a:pt x="93" y="231"/>
                    <a:pt x="94" y="230"/>
                  </a:cubicBezTo>
                  <a:cubicBezTo>
                    <a:pt x="95" y="224"/>
                    <a:pt x="97" y="222"/>
                    <a:pt x="100" y="217"/>
                  </a:cubicBezTo>
                  <a:cubicBezTo>
                    <a:pt x="100" y="210"/>
                    <a:pt x="100" y="210"/>
                    <a:pt x="100" y="210"/>
                  </a:cubicBezTo>
                  <a:cubicBezTo>
                    <a:pt x="98" y="209"/>
                    <a:pt x="96" y="206"/>
                    <a:pt x="96" y="204"/>
                  </a:cubicBezTo>
                  <a:cubicBezTo>
                    <a:pt x="98" y="203"/>
                    <a:pt x="101" y="202"/>
                    <a:pt x="104" y="202"/>
                  </a:cubicBezTo>
                  <a:cubicBezTo>
                    <a:pt x="105" y="203"/>
                    <a:pt x="107" y="205"/>
                    <a:pt x="109" y="205"/>
                  </a:cubicBezTo>
                  <a:cubicBezTo>
                    <a:pt x="109" y="203"/>
                    <a:pt x="112" y="200"/>
                    <a:pt x="114" y="199"/>
                  </a:cubicBezTo>
                  <a:cubicBezTo>
                    <a:pt x="123" y="202"/>
                    <a:pt x="123" y="202"/>
                    <a:pt x="123" y="202"/>
                  </a:cubicBezTo>
                  <a:cubicBezTo>
                    <a:pt x="126" y="200"/>
                    <a:pt x="126" y="200"/>
                    <a:pt x="126" y="200"/>
                  </a:cubicBezTo>
                  <a:cubicBezTo>
                    <a:pt x="131" y="200"/>
                    <a:pt x="131" y="200"/>
                    <a:pt x="131" y="200"/>
                  </a:cubicBezTo>
                  <a:cubicBezTo>
                    <a:pt x="136" y="196"/>
                    <a:pt x="136" y="196"/>
                    <a:pt x="136" y="196"/>
                  </a:cubicBezTo>
                  <a:cubicBezTo>
                    <a:pt x="142" y="196"/>
                    <a:pt x="142" y="196"/>
                    <a:pt x="142" y="196"/>
                  </a:cubicBezTo>
                  <a:cubicBezTo>
                    <a:pt x="142" y="194"/>
                    <a:pt x="142" y="192"/>
                    <a:pt x="143" y="191"/>
                  </a:cubicBezTo>
                  <a:cubicBezTo>
                    <a:pt x="147" y="192"/>
                    <a:pt x="151" y="192"/>
                    <a:pt x="155" y="192"/>
                  </a:cubicBezTo>
                  <a:cubicBezTo>
                    <a:pt x="156" y="191"/>
                    <a:pt x="157" y="190"/>
                    <a:pt x="158" y="189"/>
                  </a:cubicBezTo>
                  <a:cubicBezTo>
                    <a:pt x="172" y="186"/>
                    <a:pt x="187" y="188"/>
                    <a:pt x="200" y="183"/>
                  </a:cubicBezTo>
                  <a:cubicBezTo>
                    <a:pt x="204" y="187"/>
                    <a:pt x="207" y="196"/>
                    <a:pt x="214" y="197"/>
                  </a:cubicBezTo>
                  <a:cubicBezTo>
                    <a:pt x="217" y="196"/>
                    <a:pt x="220" y="195"/>
                    <a:pt x="222" y="193"/>
                  </a:cubicBezTo>
                  <a:cubicBezTo>
                    <a:pt x="228" y="194"/>
                    <a:pt x="228" y="194"/>
                    <a:pt x="228" y="194"/>
                  </a:cubicBezTo>
                  <a:cubicBezTo>
                    <a:pt x="230" y="197"/>
                    <a:pt x="230" y="197"/>
                    <a:pt x="230" y="197"/>
                  </a:cubicBezTo>
                  <a:cubicBezTo>
                    <a:pt x="230" y="199"/>
                    <a:pt x="230" y="199"/>
                    <a:pt x="230" y="199"/>
                  </a:cubicBezTo>
                  <a:cubicBezTo>
                    <a:pt x="233" y="200"/>
                    <a:pt x="233" y="200"/>
                    <a:pt x="233" y="200"/>
                  </a:cubicBezTo>
                  <a:cubicBezTo>
                    <a:pt x="237" y="205"/>
                    <a:pt x="237" y="205"/>
                    <a:pt x="237" y="205"/>
                  </a:cubicBezTo>
                  <a:cubicBezTo>
                    <a:pt x="237" y="209"/>
                    <a:pt x="237" y="209"/>
                    <a:pt x="237" y="209"/>
                  </a:cubicBezTo>
                  <a:cubicBezTo>
                    <a:pt x="238" y="210"/>
                    <a:pt x="238" y="210"/>
                    <a:pt x="238" y="210"/>
                  </a:cubicBezTo>
                  <a:cubicBezTo>
                    <a:pt x="240" y="210"/>
                    <a:pt x="243" y="211"/>
                    <a:pt x="245" y="211"/>
                  </a:cubicBezTo>
                  <a:cubicBezTo>
                    <a:pt x="247" y="210"/>
                    <a:pt x="248" y="210"/>
                    <a:pt x="249" y="208"/>
                  </a:cubicBezTo>
                  <a:cubicBezTo>
                    <a:pt x="251" y="208"/>
                    <a:pt x="254" y="207"/>
                    <a:pt x="256" y="206"/>
                  </a:cubicBezTo>
                  <a:cubicBezTo>
                    <a:pt x="260" y="206"/>
                    <a:pt x="263" y="208"/>
                    <a:pt x="267" y="209"/>
                  </a:cubicBezTo>
                  <a:cubicBezTo>
                    <a:pt x="272" y="210"/>
                    <a:pt x="275" y="211"/>
                    <a:pt x="280" y="213"/>
                  </a:cubicBezTo>
                  <a:cubicBezTo>
                    <a:pt x="279" y="216"/>
                    <a:pt x="279" y="219"/>
                    <a:pt x="280" y="221"/>
                  </a:cubicBezTo>
                  <a:cubicBezTo>
                    <a:pt x="284" y="223"/>
                    <a:pt x="284" y="223"/>
                    <a:pt x="284" y="223"/>
                  </a:cubicBezTo>
                  <a:cubicBezTo>
                    <a:pt x="290" y="220"/>
                    <a:pt x="290" y="220"/>
                    <a:pt x="290" y="220"/>
                  </a:cubicBezTo>
                  <a:cubicBezTo>
                    <a:pt x="292" y="217"/>
                    <a:pt x="295" y="212"/>
                    <a:pt x="299" y="210"/>
                  </a:cubicBezTo>
                  <a:cubicBezTo>
                    <a:pt x="305" y="209"/>
                    <a:pt x="306" y="209"/>
                    <a:pt x="312" y="207"/>
                  </a:cubicBezTo>
                  <a:cubicBezTo>
                    <a:pt x="314" y="203"/>
                    <a:pt x="314" y="203"/>
                    <a:pt x="314" y="203"/>
                  </a:cubicBezTo>
                  <a:cubicBezTo>
                    <a:pt x="321" y="202"/>
                    <a:pt x="321" y="202"/>
                    <a:pt x="321" y="202"/>
                  </a:cubicBezTo>
                  <a:cubicBezTo>
                    <a:pt x="328" y="207"/>
                    <a:pt x="334" y="209"/>
                    <a:pt x="342" y="209"/>
                  </a:cubicBezTo>
                  <a:cubicBezTo>
                    <a:pt x="341" y="202"/>
                    <a:pt x="345" y="202"/>
                    <a:pt x="346" y="195"/>
                  </a:cubicBezTo>
                  <a:cubicBezTo>
                    <a:pt x="354" y="192"/>
                    <a:pt x="364" y="193"/>
                    <a:pt x="373" y="192"/>
                  </a:cubicBezTo>
                  <a:cubicBezTo>
                    <a:pt x="376" y="193"/>
                    <a:pt x="376" y="193"/>
                    <a:pt x="376" y="193"/>
                  </a:cubicBezTo>
                  <a:cubicBezTo>
                    <a:pt x="378" y="192"/>
                    <a:pt x="378" y="192"/>
                    <a:pt x="378" y="192"/>
                  </a:cubicBezTo>
                  <a:cubicBezTo>
                    <a:pt x="378" y="189"/>
                    <a:pt x="379" y="185"/>
                    <a:pt x="381" y="183"/>
                  </a:cubicBezTo>
                  <a:cubicBezTo>
                    <a:pt x="385" y="182"/>
                    <a:pt x="398" y="191"/>
                    <a:pt x="400" y="194"/>
                  </a:cubicBezTo>
                  <a:cubicBezTo>
                    <a:pt x="403" y="193"/>
                    <a:pt x="403" y="193"/>
                    <a:pt x="403" y="193"/>
                  </a:cubicBezTo>
                  <a:cubicBezTo>
                    <a:pt x="403" y="195"/>
                    <a:pt x="405" y="197"/>
                    <a:pt x="407" y="198"/>
                  </a:cubicBezTo>
                  <a:cubicBezTo>
                    <a:pt x="407" y="203"/>
                    <a:pt x="421" y="214"/>
                    <a:pt x="424" y="217"/>
                  </a:cubicBezTo>
                  <a:cubicBezTo>
                    <a:pt x="428" y="218"/>
                    <a:pt x="431" y="219"/>
                    <a:pt x="434" y="220"/>
                  </a:cubicBezTo>
                  <a:cubicBezTo>
                    <a:pt x="436" y="220"/>
                    <a:pt x="439" y="218"/>
                    <a:pt x="440" y="217"/>
                  </a:cubicBezTo>
                  <a:cubicBezTo>
                    <a:pt x="442" y="218"/>
                    <a:pt x="445" y="219"/>
                    <a:pt x="447" y="219"/>
                  </a:cubicBezTo>
                  <a:cubicBezTo>
                    <a:pt x="448" y="227"/>
                    <a:pt x="448" y="236"/>
                    <a:pt x="452" y="244"/>
                  </a:cubicBezTo>
                  <a:cubicBezTo>
                    <a:pt x="454" y="247"/>
                    <a:pt x="457" y="250"/>
                    <a:pt x="459" y="254"/>
                  </a:cubicBezTo>
                  <a:cubicBezTo>
                    <a:pt x="461" y="258"/>
                    <a:pt x="461" y="263"/>
                    <a:pt x="462" y="267"/>
                  </a:cubicBezTo>
                  <a:cubicBezTo>
                    <a:pt x="472" y="276"/>
                    <a:pt x="472" y="276"/>
                    <a:pt x="472" y="276"/>
                  </a:cubicBezTo>
                  <a:cubicBezTo>
                    <a:pt x="472" y="277"/>
                    <a:pt x="471" y="278"/>
                    <a:pt x="471" y="279"/>
                  </a:cubicBezTo>
                  <a:cubicBezTo>
                    <a:pt x="476" y="282"/>
                    <a:pt x="476" y="282"/>
                    <a:pt x="476" y="282"/>
                  </a:cubicBezTo>
                  <a:cubicBezTo>
                    <a:pt x="478" y="287"/>
                    <a:pt x="478" y="287"/>
                    <a:pt x="478" y="287"/>
                  </a:cubicBezTo>
                  <a:cubicBezTo>
                    <a:pt x="483" y="288"/>
                    <a:pt x="489" y="289"/>
                    <a:pt x="494" y="292"/>
                  </a:cubicBezTo>
                  <a:cubicBezTo>
                    <a:pt x="497" y="291"/>
                    <a:pt x="497" y="291"/>
                    <a:pt x="497" y="291"/>
                  </a:cubicBezTo>
                  <a:cubicBezTo>
                    <a:pt x="498" y="289"/>
                    <a:pt x="498" y="289"/>
                    <a:pt x="498" y="289"/>
                  </a:cubicBezTo>
                  <a:cubicBezTo>
                    <a:pt x="500" y="289"/>
                    <a:pt x="500" y="289"/>
                    <a:pt x="500" y="289"/>
                  </a:cubicBezTo>
                  <a:cubicBezTo>
                    <a:pt x="501" y="290"/>
                    <a:pt x="501" y="290"/>
                    <a:pt x="501" y="290"/>
                  </a:cubicBezTo>
                  <a:cubicBezTo>
                    <a:pt x="505" y="291"/>
                    <a:pt x="505" y="291"/>
                    <a:pt x="505" y="291"/>
                  </a:cubicBezTo>
                  <a:cubicBezTo>
                    <a:pt x="507" y="294"/>
                    <a:pt x="507" y="294"/>
                    <a:pt x="507" y="294"/>
                  </a:cubicBezTo>
                  <a:cubicBezTo>
                    <a:pt x="513" y="289"/>
                    <a:pt x="513" y="289"/>
                    <a:pt x="513" y="289"/>
                  </a:cubicBezTo>
                  <a:cubicBezTo>
                    <a:pt x="512" y="287"/>
                    <a:pt x="514" y="283"/>
                    <a:pt x="515" y="282"/>
                  </a:cubicBezTo>
                  <a:cubicBezTo>
                    <a:pt x="517" y="281"/>
                    <a:pt x="517" y="281"/>
                    <a:pt x="517" y="281"/>
                  </a:cubicBezTo>
                  <a:cubicBezTo>
                    <a:pt x="527" y="284"/>
                    <a:pt x="539" y="280"/>
                    <a:pt x="547" y="274"/>
                  </a:cubicBezTo>
                  <a:cubicBezTo>
                    <a:pt x="550" y="275"/>
                    <a:pt x="553" y="275"/>
                    <a:pt x="555" y="273"/>
                  </a:cubicBezTo>
                  <a:cubicBezTo>
                    <a:pt x="557" y="275"/>
                    <a:pt x="557" y="275"/>
                    <a:pt x="557" y="275"/>
                  </a:cubicBezTo>
                  <a:cubicBezTo>
                    <a:pt x="560" y="273"/>
                    <a:pt x="560" y="273"/>
                    <a:pt x="560" y="273"/>
                  </a:cubicBezTo>
                  <a:cubicBezTo>
                    <a:pt x="563" y="274"/>
                    <a:pt x="563" y="274"/>
                    <a:pt x="563" y="274"/>
                  </a:cubicBezTo>
                  <a:cubicBezTo>
                    <a:pt x="566" y="272"/>
                    <a:pt x="568" y="271"/>
                    <a:pt x="571" y="271"/>
                  </a:cubicBezTo>
                  <a:cubicBezTo>
                    <a:pt x="575" y="274"/>
                    <a:pt x="575" y="274"/>
                    <a:pt x="575" y="274"/>
                  </a:cubicBezTo>
                  <a:cubicBezTo>
                    <a:pt x="578" y="273"/>
                    <a:pt x="578" y="273"/>
                    <a:pt x="578" y="273"/>
                  </a:cubicBezTo>
                  <a:cubicBezTo>
                    <a:pt x="580" y="271"/>
                    <a:pt x="580" y="271"/>
                    <a:pt x="580" y="271"/>
                  </a:cubicBezTo>
                  <a:cubicBezTo>
                    <a:pt x="584" y="271"/>
                    <a:pt x="587" y="273"/>
                    <a:pt x="588" y="277"/>
                  </a:cubicBezTo>
                  <a:cubicBezTo>
                    <a:pt x="591" y="275"/>
                    <a:pt x="595" y="277"/>
                    <a:pt x="599" y="275"/>
                  </a:cubicBezTo>
                  <a:cubicBezTo>
                    <a:pt x="599" y="274"/>
                    <a:pt x="599" y="274"/>
                    <a:pt x="599" y="274"/>
                  </a:cubicBezTo>
                  <a:cubicBezTo>
                    <a:pt x="599" y="270"/>
                    <a:pt x="605" y="266"/>
                    <a:pt x="607" y="263"/>
                  </a:cubicBezTo>
                  <a:cubicBezTo>
                    <a:pt x="607" y="259"/>
                    <a:pt x="608" y="255"/>
                    <a:pt x="609" y="250"/>
                  </a:cubicBezTo>
                  <a:cubicBezTo>
                    <a:pt x="607" y="244"/>
                    <a:pt x="609" y="239"/>
                    <a:pt x="609" y="232"/>
                  </a:cubicBezTo>
                  <a:cubicBezTo>
                    <a:pt x="610" y="226"/>
                    <a:pt x="609" y="218"/>
                    <a:pt x="613" y="213"/>
                  </a:cubicBezTo>
                  <a:cubicBezTo>
                    <a:pt x="605" y="196"/>
                    <a:pt x="606" y="173"/>
                    <a:pt x="622" y="165"/>
                  </a:cubicBezTo>
                  <a:cubicBezTo>
                    <a:pt x="625" y="157"/>
                    <a:pt x="629" y="158"/>
                    <a:pt x="636" y="154"/>
                  </a:cubicBezTo>
                  <a:cubicBezTo>
                    <a:pt x="644" y="150"/>
                    <a:pt x="653" y="146"/>
                    <a:pt x="659" y="139"/>
                  </a:cubicBezTo>
                  <a:cubicBezTo>
                    <a:pt x="660" y="133"/>
                    <a:pt x="665" y="125"/>
                    <a:pt x="662" y="118"/>
                  </a:cubicBezTo>
                  <a:cubicBezTo>
                    <a:pt x="658" y="116"/>
                    <a:pt x="658" y="116"/>
                    <a:pt x="658" y="116"/>
                  </a:cubicBezTo>
                  <a:cubicBezTo>
                    <a:pt x="657" y="109"/>
                    <a:pt x="665" y="103"/>
                    <a:pt x="670" y="97"/>
                  </a:cubicBezTo>
                  <a:cubicBezTo>
                    <a:pt x="669" y="88"/>
                    <a:pt x="665" y="70"/>
                    <a:pt x="674" y="64"/>
                  </a:cubicBezTo>
                  <a:cubicBezTo>
                    <a:pt x="665" y="62"/>
                    <a:pt x="655" y="62"/>
                    <a:pt x="646" y="63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6C7AFF81-8602-1BE8-CDE5-CB236984F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075" y="4195763"/>
              <a:ext cx="803275" cy="1047750"/>
            </a:xfrm>
            <a:custGeom>
              <a:avLst/>
              <a:gdLst>
                <a:gd name="T0" fmla="*/ 2116005279 w 211"/>
                <a:gd name="T1" fmla="*/ 2147483646 h 275"/>
                <a:gd name="T2" fmla="*/ 2101512066 w 211"/>
                <a:gd name="T3" fmla="*/ 2147483646 h 275"/>
                <a:gd name="T4" fmla="*/ 2147483646 w 211"/>
                <a:gd name="T5" fmla="*/ 2147483646 h 275"/>
                <a:gd name="T6" fmla="*/ 2147483646 w 211"/>
                <a:gd name="T7" fmla="*/ 2147483646 h 275"/>
                <a:gd name="T8" fmla="*/ 2147483646 w 211"/>
                <a:gd name="T9" fmla="*/ 2147483646 h 275"/>
                <a:gd name="T10" fmla="*/ 2147483646 w 211"/>
                <a:gd name="T11" fmla="*/ 2147483646 h 275"/>
                <a:gd name="T12" fmla="*/ 2147483646 w 211"/>
                <a:gd name="T13" fmla="*/ 2147483646 h 275"/>
                <a:gd name="T14" fmla="*/ 2147483646 w 211"/>
                <a:gd name="T15" fmla="*/ 2147483646 h 275"/>
                <a:gd name="T16" fmla="*/ 2147483646 w 211"/>
                <a:gd name="T17" fmla="*/ 1785480300 h 275"/>
                <a:gd name="T18" fmla="*/ 2147483646 w 211"/>
                <a:gd name="T19" fmla="*/ 1611287100 h 275"/>
                <a:gd name="T20" fmla="*/ 2147483646 w 211"/>
                <a:gd name="T21" fmla="*/ 1379029500 h 275"/>
                <a:gd name="T22" fmla="*/ 2147483646 w 211"/>
                <a:gd name="T23" fmla="*/ 1262900700 h 275"/>
                <a:gd name="T24" fmla="*/ 2147483646 w 211"/>
                <a:gd name="T25" fmla="*/ 870966000 h 275"/>
                <a:gd name="T26" fmla="*/ 2072525640 w 211"/>
                <a:gd name="T27" fmla="*/ 667740600 h 275"/>
                <a:gd name="T28" fmla="*/ 2147483646 w 211"/>
                <a:gd name="T29" fmla="*/ 406450800 h 275"/>
                <a:gd name="T30" fmla="*/ 2147483646 w 211"/>
                <a:gd name="T31" fmla="*/ 246773700 h 275"/>
                <a:gd name="T32" fmla="*/ 2144991704 w 211"/>
                <a:gd name="T33" fmla="*/ 232257600 h 275"/>
                <a:gd name="T34" fmla="*/ 1898607085 w 211"/>
                <a:gd name="T35" fmla="*/ 377418600 h 275"/>
                <a:gd name="T36" fmla="*/ 1550769975 w 211"/>
                <a:gd name="T37" fmla="*/ 537095700 h 275"/>
                <a:gd name="T38" fmla="*/ 420303175 w 211"/>
                <a:gd name="T39" fmla="*/ 682256700 h 275"/>
                <a:gd name="T40" fmla="*/ 333343897 w 211"/>
                <a:gd name="T41" fmla="*/ 754837200 h 275"/>
                <a:gd name="T42" fmla="*/ 217398194 w 211"/>
                <a:gd name="T43" fmla="*/ 899998200 h 275"/>
                <a:gd name="T44" fmla="*/ 159425342 w 211"/>
                <a:gd name="T45" fmla="*/ 1001610900 h 275"/>
                <a:gd name="T46" fmla="*/ 72466065 w 211"/>
                <a:gd name="T47" fmla="*/ 1117739700 h 275"/>
                <a:gd name="T48" fmla="*/ 28986426 w 211"/>
                <a:gd name="T49" fmla="*/ 1190320200 h 275"/>
                <a:gd name="T50" fmla="*/ 86959277 w 211"/>
                <a:gd name="T51" fmla="*/ 1611287100 h 275"/>
                <a:gd name="T52" fmla="*/ 202904981 w 211"/>
                <a:gd name="T53" fmla="*/ 1814512500 h 275"/>
                <a:gd name="T54" fmla="*/ 376823536 w 211"/>
                <a:gd name="T55" fmla="*/ 1988705700 h 275"/>
                <a:gd name="T56" fmla="*/ 318850684 w 211"/>
                <a:gd name="T57" fmla="*/ 2075802300 h 275"/>
                <a:gd name="T58" fmla="*/ 434796387 w 211"/>
                <a:gd name="T59" fmla="*/ 2147483646 h 275"/>
                <a:gd name="T60" fmla="*/ 565235304 w 211"/>
                <a:gd name="T61" fmla="*/ 2147483646 h 275"/>
                <a:gd name="T62" fmla="*/ 623208155 w 211"/>
                <a:gd name="T63" fmla="*/ 2147483646 h 275"/>
                <a:gd name="T64" fmla="*/ 942055032 w 211"/>
                <a:gd name="T65" fmla="*/ 2147483646 h 275"/>
                <a:gd name="T66" fmla="*/ 1173946439 w 211"/>
                <a:gd name="T67" fmla="*/ 2147483646 h 275"/>
                <a:gd name="T68" fmla="*/ 1101480375 w 211"/>
                <a:gd name="T69" fmla="*/ 2147483646 h 275"/>
                <a:gd name="T70" fmla="*/ 1101480375 w 211"/>
                <a:gd name="T71" fmla="*/ 2147483646 h 275"/>
                <a:gd name="T72" fmla="*/ 1130466800 w 211"/>
                <a:gd name="T73" fmla="*/ 2147483646 h 275"/>
                <a:gd name="T74" fmla="*/ 1101480375 w 211"/>
                <a:gd name="T75" fmla="*/ 2147483646 h 275"/>
                <a:gd name="T76" fmla="*/ 1362358207 w 211"/>
                <a:gd name="T77" fmla="*/ 2147483646 h 275"/>
                <a:gd name="T78" fmla="*/ 1579756401 w 211"/>
                <a:gd name="T79" fmla="*/ 2147483646 h 275"/>
                <a:gd name="T80" fmla="*/ 1840634233 w 211"/>
                <a:gd name="T81" fmla="*/ 2147483646 h 27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11" h="275">
                  <a:moveTo>
                    <a:pt x="130" y="265"/>
                  </a:moveTo>
                  <a:cubicBezTo>
                    <a:pt x="137" y="262"/>
                    <a:pt x="141" y="255"/>
                    <a:pt x="146" y="250"/>
                  </a:cubicBezTo>
                  <a:cubicBezTo>
                    <a:pt x="149" y="247"/>
                    <a:pt x="158" y="242"/>
                    <a:pt x="156" y="238"/>
                  </a:cubicBezTo>
                  <a:cubicBezTo>
                    <a:pt x="152" y="236"/>
                    <a:pt x="142" y="234"/>
                    <a:pt x="145" y="227"/>
                  </a:cubicBezTo>
                  <a:cubicBezTo>
                    <a:pt x="147" y="223"/>
                    <a:pt x="154" y="225"/>
                    <a:pt x="158" y="224"/>
                  </a:cubicBezTo>
                  <a:cubicBezTo>
                    <a:pt x="162" y="224"/>
                    <a:pt x="170" y="224"/>
                    <a:pt x="171" y="219"/>
                  </a:cubicBezTo>
                  <a:cubicBezTo>
                    <a:pt x="172" y="214"/>
                    <a:pt x="167" y="209"/>
                    <a:pt x="167" y="204"/>
                  </a:cubicBezTo>
                  <a:cubicBezTo>
                    <a:pt x="169" y="194"/>
                    <a:pt x="181" y="214"/>
                    <a:pt x="183" y="215"/>
                  </a:cubicBezTo>
                  <a:cubicBezTo>
                    <a:pt x="186" y="215"/>
                    <a:pt x="189" y="212"/>
                    <a:pt x="190" y="211"/>
                  </a:cubicBezTo>
                  <a:cubicBezTo>
                    <a:pt x="193" y="208"/>
                    <a:pt x="196" y="206"/>
                    <a:pt x="200" y="204"/>
                  </a:cubicBezTo>
                  <a:cubicBezTo>
                    <a:pt x="204" y="202"/>
                    <a:pt x="209" y="199"/>
                    <a:pt x="211" y="195"/>
                  </a:cubicBezTo>
                  <a:cubicBezTo>
                    <a:pt x="209" y="193"/>
                    <a:pt x="205" y="191"/>
                    <a:pt x="204" y="189"/>
                  </a:cubicBezTo>
                  <a:cubicBezTo>
                    <a:pt x="204" y="186"/>
                    <a:pt x="209" y="183"/>
                    <a:pt x="208" y="181"/>
                  </a:cubicBezTo>
                  <a:cubicBezTo>
                    <a:pt x="205" y="177"/>
                    <a:pt x="194" y="183"/>
                    <a:pt x="195" y="174"/>
                  </a:cubicBezTo>
                  <a:cubicBezTo>
                    <a:pt x="195" y="168"/>
                    <a:pt x="204" y="166"/>
                    <a:pt x="207" y="161"/>
                  </a:cubicBezTo>
                  <a:cubicBezTo>
                    <a:pt x="211" y="155"/>
                    <a:pt x="200" y="153"/>
                    <a:pt x="195" y="152"/>
                  </a:cubicBezTo>
                  <a:cubicBezTo>
                    <a:pt x="187" y="150"/>
                    <a:pt x="189" y="139"/>
                    <a:pt x="192" y="133"/>
                  </a:cubicBezTo>
                  <a:cubicBezTo>
                    <a:pt x="193" y="130"/>
                    <a:pt x="196" y="126"/>
                    <a:pt x="196" y="123"/>
                  </a:cubicBezTo>
                  <a:cubicBezTo>
                    <a:pt x="195" y="120"/>
                    <a:pt x="190" y="117"/>
                    <a:pt x="187" y="116"/>
                  </a:cubicBezTo>
                  <a:cubicBezTo>
                    <a:pt x="183" y="115"/>
                    <a:pt x="181" y="116"/>
                    <a:pt x="179" y="111"/>
                  </a:cubicBezTo>
                  <a:cubicBezTo>
                    <a:pt x="178" y="108"/>
                    <a:pt x="178" y="105"/>
                    <a:pt x="175" y="102"/>
                  </a:cubicBezTo>
                  <a:cubicBezTo>
                    <a:pt x="173" y="100"/>
                    <a:pt x="171" y="97"/>
                    <a:pt x="169" y="95"/>
                  </a:cubicBezTo>
                  <a:cubicBezTo>
                    <a:pt x="168" y="94"/>
                    <a:pt x="168" y="91"/>
                    <a:pt x="167" y="90"/>
                  </a:cubicBezTo>
                  <a:cubicBezTo>
                    <a:pt x="165" y="89"/>
                    <a:pt x="162" y="88"/>
                    <a:pt x="160" y="87"/>
                  </a:cubicBezTo>
                  <a:cubicBezTo>
                    <a:pt x="155" y="84"/>
                    <a:pt x="143" y="83"/>
                    <a:pt x="144" y="74"/>
                  </a:cubicBezTo>
                  <a:cubicBezTo>
                    <a:pt x="145" y="68"/>
                    <a:pt x="153" y="65"/>
                    <a:pt x="155" y="60"/>
                  </a:cubicBezTo>
                  <a:cubicBezTo>
                    <a:pt x="156" y="55"/>
                    <a:pt x="154" y="54"/>
                    <a:pt x="150" y="52"/>
                  </a:cubicBezTo>
                  <a:cubicBezTo>
                    <a:pt x="147" y="50"/>
                    <a:pt x="143" y="49"/>
                    <a:pt x="143" y="46"/>
                  </a:cubicBezTo>
                  <a:cubicBezTo>
                    <a:pt x="144" y="42"/>
                    <a:pt x="149" y="40"/>
                    <a:pt x="151" y="37"/>
                  </a:cubicBezTo>
                  <a:cubicBezTo>
                    <a:pt x="153" y="35"/>
                    <a:pt x="153" y="30"/>
                    <a:pt x="155" y="28"/>
                  </a:cubicBezTo>
                  <a:cubicBezTo>
                    <a:pt x="157" y="26"/>
                    <a:pt x="161" y="27"/>
                    <a:pt x="164" y="26"/>
                  </a:cubicBezTo>
                  <a:cubicBezTo>
                    <a:pt x="167" y="25"/>
                    <a:pt x="170" y="20"/>
                    <a:pt x="170" y="17"/>
                  </a:cubicBezTo>
                  <a:cubicBezTo>
                    <a:pt x="171" y="12"/>
                    <a:pt x="165" y="0"/>
                    <a:pt x="159" y="3"/>
                  </a:cubicBezTo>
                  <a:cubicBezTo>
                    <a:pt x="155" y="4"/>
                    <a:pt x="150" y="13"/>
                    <a:pt x="148" y="16"/>
                  </a:cubicBezTo>
                  <a:cubicBezTo>
                    <a:pt x="146" y="20"/>
                    <a:pt x="146" y="21"/>
                    <a:pt x="141" y="21"/>
                  </a:cubicBezTo>
                  <a:cubicBezTo>
                    <a:pt x="137" y="22"/>
                    <a:pt x="134" y="23"/>
                    <a:pt x="131" y="26"/>
                  </a:cubicBezTo>
                  <a:cubicBezTo>
                    <a:pt x="128" y="30"/>
                    <a:pt x="127" y="35"/>
                    <a:pt x="123" y="37"/>
                  </a:cubicBezTo>
                  <a:cubicBezTo>
                    <a:pt x="119" y="40"/>
                    <a:pt x="111" y="36"/>
                    <a:pt x="107" y="37"/>
                  </a:cubicBezTo>
                  <a:cubicBezTo>
                    <a:pt x="100" y="40"/>
                    <a:pt x="95" y="45"/>
                    <a:pt x="89" y="39"/>
                  </a:cubicBezTo>
                  <a:cubicBezTo>
                    <a:pt x="75" y="24"/>
                    <a:pt x="46" y="45"/>
                    <a:pt x="29" y="47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2" y="53"/>
                    <a:pt x="21" y="57"/>
                    <a:pt x="21" y="59"/>
                  </a:cubicBezTo>
                  <a:cubicBezTo>
                    <a:pt x="19" y="59"/>
                    <a:pt x="16" y="60"/>
                    <a:pt x="15" y="62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9" y="72"/>
                    <a:pt x="8" y="73"/>
                    <a:pt x="6" y="75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2" y="82"/>
                    <a:pt x="2" y="82"/>
                    <a:pt x="2" y="82"/>
                  </a:cubicBezTo>
                  <a:cubicBezTo>
                    <a:pt x="0" y="89"/>
                    <a:pt x="13" y="97"/>
                    <a:pt x="10" y="105"/>
                  </a:cubicBezTo>
                  <a:cubicBezTo>
                    <a:pt x="9" y="107"/>
                    <a:pt x="7" y="109"/>
                    <a:pt x="6" y="111"/>
                  </a:cubicBezTo>
                  <a:cubicBezTo>
                    <a:pt x="4" y="115"/>
                    <a:pt x="5" y="120"/>
                    <a:pt x="7" y="124"/>
                  </a:cubicBezTo>
                  <a:cubicBezTo>
                    <a:pt x="9" y="125"/>
                    <a:pt x="12" y="125"/>
                    <a:pt x="14" y="125"/>
                  </a:cubicBezTo>
                  <a:cubicBezTo>
                    <a:pt x="16" y="130"/>
                    <a:pt x="18" y="132"/>
                    <a:pt x="23" y="133"/>
                  </a:cubicBezTo>
                  <a:cubicBezTo>
                    <a:pt x="26" y="137"/>
                    <a:pt x="26" y="137"/>
                    <a:pt x="26" y="137"/>
                  </a:cubicBezTo>
                  <a:cubicBezTo>
                    <a:pt x="25" y="140"/>
                    <a:pt x="25" y="140"/>
                    <a:pt x="25" y="140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7" y="151"/>
                    <a:pt x="29" y="156"/>
                    <a:pt x="30" y="158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9" y="165"/>
                    <a:pt x="38" y="169"/>
                    <a:pt x="39" y="173"/>
                  </a:cubicBezTo>
                  <a:cubicBezTo>
                    <a:pt x="39" y="177"/>
                    <a:pt x="41" y="179"/>
                    <a:pt x="43" y="183"/>
                  </a:cubicBezTo>
                  <a:cubicBezTo>
                    <a:pt x="46" y="189"/>
                    <a:pt x="48" y="196"/>
                    <a:pt x="49" y="203"/>
                  </a:cubicBezTo>
                  <a:cubicBezTo>
                    <a:pt x="55" y="206"/>
                    <a:pt x="59" y="211"/>
                    <a:pt x="65" y="215"/>
                  </a:cubicBezTo>
                  <a:cubicBezTo>
                    <a:pt x="71" y="219"/>
                    <a:pt x="73" y="225"/>
                    <a:pt x="74" y="232"/>
                  </a:cubicBezTo>
                  <a:cubicBezTo>
                    <a:pt x="76" y="233"/>
                    <a:pt x="79" y="234"/>
                    <a:pt x="81" y="234"/>
                  </a:cubicBezTo>
                  <a:cubicBezTo>
                    <a:pt x="81" y="236"/>
                    <a:pt x="81" y="236"/>
                    <a:pt x="81" y="236"/>
                  </a:cubicBezTo>
                  <a:cubicBezTo>
                    <a:pt x="79" y="239"/>
                    <a:pt x="77" y="243"/>
                    <a:pt x="76" y="246"/>
                  </a:cubicBezTo>
                  <a:cubicBezTo>
                    <a:pt x="78" y="251"/>
                    <a:pt x="78" y="251"/>
                    <a:pt x="78" y="251"/>
                  </a:cubicBezTo>
                  <a:cubicBezTo>
                    <a:pt x="76" y="253"/>
                    <a:pt x="76" y="253"/>
                    <a:pt x="76" y="253"/>
                  </a:cubicBezTo>
                  <a:cubicBezTo>
                    <a:pt x="76" y="254"/>
                    <a:pt x="76" y="254"/>
                    <a:pt x="76" y="254"/>
                  </a:cubicBezTo>
                  <a:cubicBezTo>
                    <a:pt x="78" y="256"/>
                    <a:pt x="78" y="256"/>
                    <a:pt x="78" y="256"/>
                  </a:cubicBezTo>
                  <a:cubicBezTo>
                    <a:pt x="79" y="258"/>
                    <a:pt x="77" y="262"/>
                    <a:pt x="76" y="264"/>
                  </a:cubicBezTo>
                  <a:cubicBezTo>
                    <a:pt x="76" y="267"/>
                    <a:pt x="76" y="267"/>
                    <a:pt x="76" y="267"/>
                  </a:cubicBezTo>
                  <a:cubicBezTo>
                    <a:pt x="79" y="269"/>
                    <a:pt x="84" y="267"/>
                    <a:pt x="86" y="265"/>
                  </a:cubicBezTo>
                  <a:cubicBezTo>
                    <a:pt x="88" y="267"/>
                    <a:pt x="92" y="269"/>
                    <a:pt x="94" y="269"/>
                  </a:cubicBezTo>
                  <a:cubicBezTo>
                    <a:pt x="95" y="270"/>
                    <a:pt x="99" y="274"/>
                    <a:pt x="100" y="275"/>
                  </a:cubicBezTo>
                  <a:cubicBezTo>
                    <a:pt x="103" y="274"/>
                    <a:pt x="106" y="272"/>
                    <a:pt x="109" y="271"/>
                  </a:cubicBezTo>
                  <a:cubicBezTo>
                    <a:pt x="115" y="270"/>
                    <a:pt x="121" y="271"/>
                    <a:pt x="127" y="270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28" y="268"/>
                    <a:pt x="129" y="266"/>
                    <a:pt x="130" y="265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D9D90FC0-CA19-954B-18E7-1C0374A5A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4850" y="3681413"/>
              <a:ext cx="2322513" cy="1481137"/>
            </a:xfrm>
            <a:custGeom>
              <a:avLst/>
              <a:gdLst>
                <a:gd name="T0" fmla="*/ 2147483646 w 610"/>
                <a:gd name="T1" fmla="*/ 2147483646 h 389"/>
                <a:gd name="T2" fmla="*/ 2147483646 w 610"/>
                <a:gd name="T3" fmla="*/ 2147483646 h 389"/>
                <a:gd name="T4" fmla="*/ 2147483646 w 610"/>
                <a:gd name="T5" fmla="*/ 1913663272 h 389"/>
                <a:gd name="T6" fmla="*/ 2147483646 w 610"/>
                <a:gd name="T7" fmla="*/ 1435244598 h 389"/>
                <a:gd name="T8" fmla="*/ 2147483646 w 610"/>
                <a:gd name="T9" fmla="*/ 797358110 h 389"/>
                <a:gd name="T10" fmla="*/ 2147483646 w 610"/>
                <a:gd name="T11" fmla="*/ 507409360 h 389"/>
                <a:gd name="T12" fmla="*/ 2147483646 w 610"/>
                <a:gd name="T13" fmla="*/ 391431383 h 389"/>
                <a:gd name="T14" fmla="*/ 2147483646 w 610"/>
                <a:gd name="T15" fmla="*/ 333442395 h 389"/>
                <a:gd name="T16" fmla="*/ 2147483646 w 610"/>
                <a:gd name="T17" fmla="*/ 304447901 h 389"/>
                <a:gd name="T18" fmla="*/ 2147483646 w 610"/>
                <a:gd name="T19" fmla="*/ 289948750 h 389"/>
                <a:gd name="T20" fmla="*/ 2147483646 w 610"/>
                <a:gd name="T21" fmla="*/ 202965267 h 389"/>
                <a:gd name="T22" fmla="*/ 2147483646 w 610"/>
                <a:gd name="T23" fmla="*/ 173970773 h 389"/>
                <a:gd name="T24" fmla="*/ 2147483646 w 610"/>
                <a:gd name="T25" fmla="*/ 72488139 h 389"/>
                <a:gd name="T26" fmla="*/ 2147483646 w 610"/>
                <a:gd name="T27" fmla="*/ 231959761 h 389"/>
                <a:gd name="T28" fmla="*/ 2147483646 w 610"/>
                <a:gd name="T29" fmla="*/ 536403855 h 389"/>
                <a:gd name="T30" fmla="*/ 2147483646 w 610"/>
                <a:gd name="T31" fmla="*/ 333442395 h 389"/>
                <a:gd name="T32" fmla="*/ 2147483646 w 610"/>
                <a:gd name="T33" fmla="*/ 434925029 h 389"/>
                <a:gd name="T34" fmla="*/ 2147483646 w 610"/>
                <a:gd name="T35" fmla="*/ 768363616 h 389"/>
                <a:gd name="T36" fmla="*/ 2147483646 w 610"/>
                <a:gd name="T37" fmla="*/ 1203288644 h 389"/>
                <a:gd name="T38" fmla="*/ 1812036065 w 610"/>
                <a:gd name="T39" fmla="*/ 1116301354 h 389"/>
                <a:gd name="T40" fmla="*/ 1478622190 w 610"/>
                <a:gd name="T41" fmla="*/ 1522231889 h 389"/>
                <a:gd name="T42" fmla="*/ 1174197847 w 610"/>
                <a:gd name="T43" fmla="*/ 1986147604 h 389"/>
                <a:gd name="T44" fmla="*/ 710319660 w 610"/>
                <a:gd name="T45" fmla="*/ 2147483646 h 389"/>
                <a:gd name="T46" fmla="*/ 333413874 w 610"/>
                <a:gd name="T47" fmla="*/ 2147483646 h 389"/>
                <a:gd name="T48" fmla="*/ 144962885 w 610"/>
                <a:gd name="T49" fmla="*/ 2147483646 h 389"/>
                <a:gd name="T50" fmla="*/ 246437666 w 610"/>
                <a:gd name="T51" fmla="*/ 2147483646 h 389"/>
                <a:gd name="T52" fmla="*/ 449383421 w 610"/>
                <a:gd name="T53" fmla="*/ 2147483646 h 389"/>
                <a:gd name="T54" fmla="*/ 318919109 w 610"/>
                <a:gd name="T55" fmla="*/ 2147483646 h 389"/>
                <a:gd name="T56" fmla="*/ 942258754 w 610"/>
                <a:gd name="T57" fmla="*/ 2147483646 h 389"/>
                <a:gd name="T58" fmla="*/ 1420635513 w 610"/>
                <a:gd name="T59" fmla="*/ 2147483646 h 389"/>
                <a:gd name="T60" fmla="*/ 1681567945 w 610"/>
                <a:gd name="T61" fmla="*/ 2147483646 h 389"/>
                <a:gd name="T62" fmla="*/ 1565598399 w 610"/>
                <a:gd name="T63" fmla="*/ 2147483646 h 389"/>
                <a:gd name="T64" fmla="*/ 1478622190 w 610"/>
                <a:gd name="T65" fmla="*/ 2147483646 h 389"/>
                <a:gd name="T66" fmla="*/ 2116456601 w 610"/>
                <a:gd name="T67" fmla="*/ 2147483646 h 389"/>
                <a:gd name="T68" fmla="*/ 2147483646 w 610"/>
                <a:gd name="T69" fmla="*/ 2147483646 h 389"/>
                <a:gd name="T70" fmla="*/ 2147483646 w 610"/>
                <a:gd name="T71" fmla="*/ 2147483646 h 389"/>
                <a:gd name="T72" fmla="*/ 2147483646 w 610"/>
                <a:gd name="T73" fmla="*/ 2147483646 h 389"/>
                <a:gd name="T74" fmla="*/ 2147483646 w 610"/>
                <a:gd name="T75" fmla="*/ 2147483646 h 389"/>
                <a:gd name="T76" fmla="*/ 2147483646 w 610"/>
                <a:gd name="T77" fmla="*/ 2147483646 h 389"/>
                <a:gd name="T78" fmla="*/ 2147483646 w 610"/>
                <a:gd name="T79" fmla="*/ 2147483646 h 389"/>
                <a:gd name="T80" fmla="*/ 2147483646 w 610"/>
                <a:gd name="T81" fmla="*/ 2147483646 h 389"/>
                <a:gd name="T82" fmla="*/ 2147483646 w 610"/>
                <a:gd name="T83" fmla="*/ 2147483646 h 389"/>
                <a:gd name="T84" fmla="*/ 2147483646 w 610"/>
                <a:gd name="T85" fmla="*/ 2147483646 h 389"/>
                <a:gd name="T86" fmla="*/ 2147483646 w 610"/>
                <a:gd name="T87" fmla="*/ 2147483646 h 389"/>
                <a:gd name="T88" fmla="*/ 2147483646 w 610"/>
                <a:gd name="T89" fmla="*/ 2147483646 h 389"/>
                <a:gd name="T90" fmla="*/ 2147483646 w 610"/>
                <a:gd name="T91" fmla="*/ 2147483646 h 389"/>
                <a:gd name="T92" fmla="*/ 2147483646 w 610"/>
                <a:gd name="T93" fmla="*/ 2147483646 h 389"/>
                <a:gd name="T94" fmla="*/ 2147483646 w 610"/>
                <a:gd name="T95" fmla="*/ 2147483646 h 389"/>
                <a:gd name="T96" fmla="*/ 2147483646 w 610"/>
                <a:gd name="T97" fmla="*/ 2147483646 h 389"/>
                <a:gd name="T98" fmla="*/ 2147483646 w 610"/>
                <a:gd name="T99" fmla="*/ 2147483646 h 389"/>
                <a:gd name="T100" fmla="*/ 2147483646 w 610"/>
                <a:gd name="T101" fmla="*/ 2147483646 h 389"/>
                <a:gd name="T102" fmla="*/ 2147483646 w 610"/>
                <a:gd name="T103" fmla="*/ 2147483646 h 389"/>
                <a:gd name="T104" fmla="*/ 2147483646 w 610"/>
                <a:gd name="T105" fmla="*/ 2147483646 h 389"/>
                <a:gd name="T106" fmla="*/ 2147483646 w 610"/>
                <a:gd name="T107" fmla="*/ 2147483646 h 389"/>
                <a:gd name="T108" fmla="*/ 2147483646 w 610"/>
                <a:gd name="T109" fmla="*/ 2147483646 h 389"/>
                <a:gd name="T110" fmla="*/ 2147483646 w 610"/>
                <a:gd name="T111" fmla="*/ 2147483646 h 389"/>
                <a:gd name="T112" fmla="*/ 2147483646 w 610"/>
                <a:gd name="T113" fmla="*/ 2147483646 h 389"/>
                <a:gd name="T114" fmla="*/ 2147483646 w 610"/>
                <a:gd name="T115" fmla="*/ 2147483646 h 389"/>
                <a:gd name="T116" fmla="*/ 2147483646 w 610"/>
                <a:gd name="T117" fmla="*/ 2147483646 h 389"/>
                <a:gd name="T118" fmla="*/ 2147483646 w 610"/>
                <a:gd name="T119" fmla="*/ 2147483646 h 389"/>
                <a:gd name="T120" fmla="*/ 2147483646 w 610"/>
                <a:gd name="T121" fmla="*/ 2147483646 h 389"/>
                <a:gd name="T122" fmla="*/ 2147483646 w 610"/>
                <a:gd name="T123" fmla="*/ 2147483646 h 38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10" h="389">
                  <a:moveTo>
                    <a:pt x="595" y="208"/>
                  </a:moveTo>
                  <a:cubicBezTo>
                    <a:pt x="592" y="212"/>
                    <a:pt x="592" y="213"/>
                    <a:pt x="589" y="210"/>
                  </a:cubicBezTo>
                  <a:cubicBezTo>
                    <a:pt x="585" y="206"/>
                    <a:pt x="586" y="206"/>
                    <a:pt x="580" y="208"/>
                  </a:cubicBezTo>
                  <a:cubicBezTo>
                    <a:pt x="572" y="212"/>
                    <a:pt x="567" y="208"/>
                    <a:pt x="562" y="201"/>
                  </a:cubicBezTo>
                  <a:cubicBezTo>
                    <a:pt x="553" y="189"/>
                    <a:pt x="566" y="170"/>
                    <a:pt x="572" y="159"/>
                  </a:cubicBezTo>
                  <a:cubicBezTo>
                    <a:pt x="573" y="157"/>
                    <a:pt x="575" y="154"/>
                    <a:pt x="575" y="152"/>
                  </a:cubicBezTo>
                  <a:cubicBezTo>
                    <a:pt x="574" y="148"/>
                    <a:pt x="571" y="150"/>
                    <a:pt x="568" y="150"/>
                  </a:cubicBezTo>
                  <a:cubicBezTo>
                    <a:pt x="562" y="149"/>
                    <a:pt x="559" y="147"/>
                    <a:pt x="558" y="141"/>
                  </a:cubicBezTo>
                  <a:cubicBezTo>
                    <a:pt x="558" y="138"/>
                    <a:pt x="559" y="135"/>
                    <a:pt x="558" y="132"/>
                  </a:cubicBezTo>
                  <a:cubicBezTo>
                    <a:pt x="558" y="129"/>
                    <a:pt x="556" y="127"/>
                    <a:pt x="555" y="124"/>
                  </a:cubicBezTo>
                  <a:cubicBezTo>
                    <a:pt x="551" y="115"/>
                    <a:pt x="548" y="105"/>
                    <a:pt x="537" y="102"/>
                  </a:cubicBezTo>
                  <a:cubicBezTo>
                    <a:pt x="533" y="100"/>
                    <a:pt x="529" y="101"/>
                    <a:pt x="525" y="99"/>
                  </a:cubicBezTo>
                  <a:cubicBezTo>
                    <a:pt x="520" y="96"/>
                    <a:pt x="519" y="90"/>
                    <a:pt x="521" y="85"/>
                  </a:cubicBezTo>
                  <a:cubicBezTo>
                    <a:pt x="523" y="81"/>
                    <a:pt x="526" y="78"/>
                    <a:pt x="526" y="73"/>
                  </a:cubicBezTo>
                  <a:cubicBezTo>
                    <a:pt x="526" y="67"/>
                    <a:pt x="523" y="60"/>
                    <a:pt x="528" y="55"/>
                  </a:cubicBezTo>
                  <a:cubicBezTo>
                    <a:pt x="531" y="53"/>
                    <a:pt x="537" y="53"/>
                    <a:pt x="539" y="49"/>
                  </a:cubicBezTo>
                  <a:cubicBezTo>
                    <a:pt x="540" y="46"/>
                    <a:pt x="537" y="42"/>
                    <a:pt x="539" y="39"/>
                  </a:cubicBezTo>
                  <a:cubicBezTo>
                    <a:pt x="540" y="36"/>
                    <a:pt x="543" y="36"/>
                    <a:pt x="545" y="35"/>
                  </a:cubicBezTo>
                  <a:cubicBezTo>
                    <a:pt x="545" y="34"/>
                    <a:pt x="545" y="34"/>
                    <a:pt x="545" y="34"/>
                  </a:cubicBezTo>
                  <a:cubicBezTo>
                    <a:pt x="545" y="34"/>
                    <a:pt x="545" y="34"/>
                    <a:pt x="545" y="34"/>
                  </a:cubicBezTo>
                  <a:cubicBezTo>
                    <a:pt x="542" y="31"/>
                    <a:pt x="537" y="30"/>
                    <a:pt x="534" y="27"/>
                  </a:cubicBezTo>
                  <a:cubicBezTo>
                    <a:pt x="532" y="26"/>
                    <a:pt x="530" y="24"/>
                    <a:pt x="527" y="22"/>
                  </a:cubicBezTo>
                  <a:cubicBezTo>
                    <a:pt x="526" y="21"/>
                    <a:pt x="522" y="18"/>
                    <a:pt x="519" y="19"/>
                  </a:cubicBezTo>
                  <a:cubicBezTo>
                    <a:pt x="518" y="19"/>
                    <a:pt x="517" y="22"/>
                    <a:pt x="515" y="23"/>
                  </a:cubicBezTo>
                  <a:cubicBezTo>
                    <a:pt x="512" y="25"/>
                    <a:pt x="506" y="23"/>
                    <a:pt x="502" y="22"/>
                  </a:cubicBezTo>
                  <a:cubicBezTo>
                    <a:pt x="497" y="22"/>
                    <a:pt x="493" y="26"/>
                    <a:pt x="488" y="26"/>
                  </a:cubicBezTo>
                  <a:cubicBezTo>
                    <a:pt x="483" y="26"/>
                    <a:pt x="473" y="26"/>
                    <a:pt x="471" y="21"/>
                  </a:cubicBezTo>
                  <a:cubicBezTo>
                    <a:pt x="466" y="22"/>
                    <a:pt x="464" y="17"/>
                    <a:pt x="460" y="16"/>
                  </a:cubicBezTo>
                  <a:cubicBezTo>
                    <a:pt x="460" y="17"/>
                    <a:pt x="460" y="17"/>
                    <a:pt x="460" y="17"/>
                  </a:cubicBezTo>
                  <a:cubicBezTo>
                    <a:pt x="460" y="21"/>
                    <a:pt x="454" y="20"/>
                    <a:pt x="451" y="20"/>
                  </a:cubicBezTo>
                  <a:cubicBezTo>
                    <a:pt x="445" y="20"/>
                    <a:pt x="438" y="17"/>
                    <a:pt x="432" y="17"/>
                  </a:cubicBezTo>
                  <a:cubicBezTo>
                    <a:pt x="428" y="18"/>
                    <a:pt x="423" y="19"/>
                    <a:pt x="419" y="18"/>
                  </a:cubicBezTo>
                  <a:cubicBezTo>
                    <a:pt x="416" y="17"/>
                    <a:pt x="415" y="15"/>
                    <a:pt x="412" y="14"/>
                  </a:cubicBezTo>
                  <a:cubicBezTo>
                    <a:pt x="406" y="12"/>
                    <a:pt x="400" y="17"/>
                    <a:pt x="395" y="19"/>
                  </a:cubicBezTo>
                  <a:cubicBezTo>
                    <a:pt x="386" y="24"/>
                    <a:pt x="384" y="18"/>
                    <a:pt x="376" y="13"/>
                  </a:cubicBezTo>
                  <a:cubicBezTo>
                    <a:pt x="373" y="10"/>
                    <a:pt x="373" y="12"/>
                    <a:pt x="369" y="12"/>
                  </a:cubicBezTo>
                  <a:cubicBezTo>
                    <a:pt x="364" y="12"/>
                    <a:pt x="362" y="10"/>
                    <a:pt x="359" y="7"/>
                  </a:cubicBezTo>
                  <a:cubicBezTo>
                    <a:pt x="351" y="0"/>
                    <a:pt x="341" y="2"/>
                    <a:pt x="331" y="3"/>
                  </a:cubicBezTo>
                  <a:cubicBezTo>
                    <a:pt x="326" y="4"/>
                    <a:pt x="320" y="4"/>
                    <a:pt x="314" y="5"/>
                  </a:cubicBezTo>
                  <a:cubicBezTo>
                    <a:pt x="309" y="6"/>
                    <a:pt x="306" y="8"/>
                    <a:pt x="301" y="9"/>
                  </a:cubicBezTo>
                  <a:cubicBezTo>
                    <a:pt x="295" y="11"/>
                    <a:pt x="289" y="9"/>
                    <a:pt x="283" y="12"/>
                  </a:cubicBezTo>
                  <a:cubicBezTo>
                    <a:pt x="281" y="13"/>
                    <a:pt x="280" y="15"/>
                    <a:pt x="279" y="16"/>
                  </a:cubicBezTo>
                  <a:cubicBezTo>
                    <a:pt x="276" y="18"/>
                    <a:pt x="274" y="18"/>
                    <a:pt x="272" y="19"/>
                  </a:cubicBezTo>
                  <a:cubicBezTo>
                    <a:pt x="268" y="21"/>
                    <a:pt x="265" y="23"/>
                    <a:pt x="263" y="27"/>
                  </a:cubicBezTo>
                  <a:cubicBezTo>
                    <a:pt x="260" y="33"/>
                    <a:pt x="259" y="35"/>
                    <a:pt x="252" y="37"/>
                  </a:cubicBezTo>
                  <a:cubicBezTo>
                    <a:pt x="248" y="38"/>
                    <a:pt x="241" y="40"/>
                    <a:pt x="240" y="36"/>
                  </a:cubicBezTo>
                  <a:cubicBezTo>
                    <a:pt x="238" y="33"/>
                    <a:pt x="241" y="30"/>
                    <a:pt x="240" y="27"/>
                  </a:cubicBezTo>
                  <a:cubicBezTo>
                    <a:pt x="238" y="24"/>
                    <a:pt x="233" y="23"/>
                    <a:pt x="230" y="23"/>
                  </a:cubicBezTo>
                  <a:cubicBezTo>
                    <a:pt x="226" y="23"/>
                    <a:pt x="223" y="25"/>
                    <a:pt x="219" y="26"/>
                  </a:cubicBezTo>
                  <a:cubicBezTo>
                    <a:pt x="214" y="27"/>
                    <a:pt x="210" y="28"/>
                    <a:pt x="205" y="29"/>
                  </a:cubicBezTo>
                  <a:cubicBezTo>
                    <a:pt x="196" y="31"/>
                    <a:pt x="189" y="31"/>
                    <a:pt x="180" y="30"/>
                  </a:cubicBezTo>
                  <a:cubicBezTo>
                    <a:pt x="175" y="29"/>
                    <a:pt x="172" y="34"/>
                    <a:pt x="168" y="38"/>
                  </a:cubicBezTo>
                  <a:cubicBezTo>
                    <a:pt x="167" y="40"/>
                    <a:pt x="164" y="42"/>
                    <a:pt x="163" y="44"/>
                  </a:cubicBezTo>
                  <a:cubicBezTo>
                    <a:pt x="159" y="49"/>
                    <a:pt x="165" y="49"/>
                    <a:pt x="166" y="53"/>
                  </a:cubicBezTo>
                  <a:cubicBezTo>
                    <a:pt x="166" y="55"/>
                    <a:pt x="161" y="58"/>
                    <a:pt x="161" y="61"/>
                  </a:cubicBezTo>
                  <a:cubicBezTo>
                    <a:pt x="160" y="65"/>
                    <a:pt x="166" y="69"/>
                    <a:pt x="167" y="72"/>
                  </a:cubicBezTo>
                  <a:cubicBezTo>
                    <a:pt x="168" y="75"/>
                    <a:pt x="168" y="80"/>
                    <a:pt x="166" y="83"/>
                  </a:cubicBezTo>
                  <a:cubicBezTo>
                    <a:pt x="164" y="86"/>
                    <a:pt x="157" y="86"/>
                    <a:pt x="153" y="88"/>
                  </a:cubicBezTo>
                  <a:cubicBezTo>
                    <a:pt x="145" y="91"/>
                    <a:pt x="138" y="92"/>
                    <a:pt x="132" y="84"/>
                  </a:cubicBezTo>
                  <a:cubicBezTo>
                    <a:pt x="131" y="82"/>
                    <a:pt x="129" y="77"/>
                    <a:pt x="125" y="77"/>
                  </a:cubicBezTo>
                  <a:cubicBezTo>
                    <a:pt x="121" y="77"/>
                    <a:pt x="118" y="83"/>
                    <a:pt x="114" y="85"/>
                  </a:cubicBezTo>
                  <a:cubicBezTo>
                    <a:pt x="113" y="89"/>
                    <a:pt x="111" y="92"/>
                    <a:pt x="108" y="96"/>
                  </a:cubicBezTo>
                  <a:cubicBezTo>
                    <a:pt x="106" y="99"/>
                    <a:pt x="103" y="101"/>
                    <a:pt x="102" y="105"/>
                  </a:cubicBezTo>
                  <a:cubicBezTo>
                    <a:pt x="100" y="110"/>
                    <a:pt x="99" y="111"/>
                    <a:pt x="94" y="113"/>
                  </a:cubicBezTo>
                  <a:cubicBezTo>
                    <a:pt x="91" y="114"/>
                    <a:pt x="88" y="115"/>
                    <a:pt x="86" y="118"/>
                  </a:cubicBezTo>
                  <a:cubicBezTo>
                    <a:pt x="83" y="124"/>
                    <a:pt x="83" y="131"/>
                    <a:pt x="81" y="137"/>
                  </a:cubicBezTo>
                  <a:cubicBezTo>
                    <a:pt x="79" y="143"/>
                    <a:pt x="77" y="144"/>
                    <a:pt x="71" y="141"/>
                  </a:cubicBezTo>
                  <a:cubicBezTo>
                    <a:pt x="66" y="137"/>
                    <a:pt x="60" y="135"/>
                    <a:pt x="55" y="141"/>
                  </a:cubicBezTo>
                  <a:cubicBezTo>
                    <a:pt x="52" y="144"/>
                    <a:pt x="52" y="148"/>
                    <a:pt x="49" y="151"/>
                  </a:cubicBezTo>
                  <a:cubicBezTo>
                    <a:pt x="46" y="154"/>
                    <a:pt x="41" y="152"/>
                    <a:pt x="39" y="157"/>
                  </a:cubicBezTo>
                  <a:cubicBezTo>
                    <a:pt x="38" y="161"/>
                    <a:pt x="39" y="162"/>
                    <a:pt x="33" y="162"/>
                  </a:cubicBezTo>
                  <a:cubicBezTo>
                    <a:pt x="30" y="163"/>
                    <a:pt x="26" y="163"/>
                    <a:pt x="23" y="162"/>
                  </a:cubicBezTo>
                  <a:cubicBezTo>
                    <a:pt x="12" y="162"/>
                    <a:pt x="10" y="164"/>
                    <a:pt x="5" y="173"/>
                  </a:cubicBezTo>
                  <a:cubicBezTo>
                    <a:pt x="8" y="179"/>
                    <a:pt x="5" y="181"/>
                    <a:pt x="3" y="186"/>
                  </a:cubicBezTo>
                  <a:cubicBezTo>
                    <a:pt x="0" y="194"/>
                    <a:pt x="6" y="188"/>
                    <a:pt x="10" y="187"/>
                  </a:cubicBezTo>
                  <a:cubicBezTo>
                    <a:pt x="15" y="185"/>
                    <a:pt x="18" y="188"/>
                    <a:pt x="19" y="193"/>
                  </a:cubicBezTo>
                  <a:cubicBezTo>
                    <a:pt x="20" y="196"/>
                    <a:pt x="20" y="198"/>
                    <a:pt x="20" y="201"/>
                  </a:cubicBezTo>
                  <a:cubicBezTo>
                    <a:pt x="19" y="203"/>
                    <a:pt x="17" y="206"/>
                    <a:pt x="17" y="209"/>
                  </a:cubicBezTo>
                  <a:cubicBezTo>
                    <a:pt x="17" y="210"/>
                    <a:pt x="18" y="211"/>
                    <a:pt x="19" y="213"/>
                  </a:cubicBezTo>
                  <a:cubicBezTo>
                    <a:pt x="19" y="215"/>
                    <a:pt x="19" y="222"/>
                    <a:pt x="20" y="225"/>
                  </a:cubicBezTo>
                  <a:cubicBezTo>
                    <a:pt x="22" y="230"/>
                    <a:pt x="28" y="233"/>
                    <a:pt x="31" y="238"/>
                  </a:cubicBezTo>
                  <a:cubicBezTo>
                    <a:pt x="33" y="241"/>
                    <a:pt x="34" y="248"/>
                    <a:pt x="33" y="252"/>
                  </a:cubicBezTo>
                  <a:cubicBezTo>
                    <a:pt x="32" y="257"/>
                    <a:pt x="26" y="260"/>
                    <a:pt x="22" y="264"/>
                  </a:cubicBezTo>
                  <a:cubicBezTo>
                    <a:pt x="19" y="266"/>
                    <a:pt x="15" y="273"/>
                    <a:pt x="22" y="273"/>
                  </a:cubicBezTo>
                  <a:cubicBezTo>
                    <a:pt x="28" y="274"/>
                    <a:pt x="30" y="266"/>
                    <a:pt x="34" y="263"/>
                  </a:cubicBezTo>
                  <a:cubicBezTo>
                    <a:pt x="43" y="257"/>
                    <a:pt x="60" y="269"/>
                    <a:pt x="63" y="256"/>
                  </a:cubicBezTo>
                  <a:cubicBezTo>
                    <a:pt x="64" y="251"/>
                    <a:pt x="62" y="247"/>
                    <a:pt x="65" y="243"/>
                  </a:cubicBezTo>
                  <a:cubicBezTo>
                    <a:pt x="68" y="238"/>
                    <a:pt x="73" y="233"/>
                    <a:pt x="78" y="230"/>
                  </a:cubicBezTo>
                  <a:cubicBezTo>
                    <a:pt x="84" y="228"/>
                    <a:pt x="85" y="230"/>
                    <a:pt x="88" y="235"/>
                  </a:cubicBezTo>
                  <a:cubicBezTo>
                    <a:pt x="91" y="240"/>
                    <a:pt x="94" y="245"/>
                    <a:pt x="98" y="249"/>
                  </a:cubicBezTo>
                  <a:cubicBezTo>
                    <a:pt x="102" y="254"/>
                    <a:pt x="108" y="258"/>
                    <a:pt x="109" y="264"/>
                  </a:cubicBezTo>
                  <a:cubicBezTo>
                    <a:pt x="110" y="266"/>
                    <a:pt x="109" y="268"/>
                    <a:pt x="110" y="270"/>
                  </a:cubicBezTo>
                  <a:cubicBezTo>
                    <a:pt x="112" y="273"/>
                    <a:pt x="114" y="273"/>
                    <a:pt x="116" y="275"/>
                  </a:cubicBezTo>
                  <a:cubicBezTo>
                    <a:pt x="119" y="278"/>
                    <a:pt x="118" y="286"/>
                    <a:pt x="116" y="289"/>
                  </a:cubicBezTo>
                  <a:cubicBezTo>
                    <a:pt x="115" y="293"/>
                    <a:pt x="106" y="294"/>
                    <a:pt x="107" y="296"/>
                  </a:cubicBezTo>
                  <a:cubicBezTo>
                    <a:pt x="108" y="312"/>
                    <a:pt x="108" y="312"/>
                    <a:pt x="108" y="312"/>
                  </a:cubicBezTo>
                  <a:cubicBezTo>
                    <a:pt x="108" y="316"/>
                    <a:pt x="108" y="321"/>
                    <a:pt x="107" y="324"/>
                  </a:cubicBezTo>
                  <a:cubicBezTo>
                    <a:pt x="105" y="328"/>
                    <a:pt x="100" y="329"/>
                    <a:pt x="99" y="333"/>
                  </a:cubicBezTo>
                  <a:cubicBezTo>
                    <a:pt x="98" y="339"/>
                    <a:pt x="98" y="340"/>
                    <a:pt x="102" y="338"/>
                  </a:cubicBezTo>
                  <a:cubicBezTo>
                    <a:pt x="106" y="335"/>
                    <a:pt x="109" y="335"/>
                    <a:pt x="113" y="337"/>
                  </a:cubicBezTo>
                  <a:cubicBezTo>
                    <a:pt x="121" y="339"/>
                    <a:pt x="127" y="346"/>
                    <a:pt x="136" y="344"/>
                  </a:cubicBezTo>
                  <a:cubicBezTo>
                    <a:pt x="141" y="343"/>
                    <a:pt x="143" y="339"/>
                    <a:pt x="146" y="335"/>
                  </a:cubicBezTo>
                  <a:cubicBezTo>
                    <a:pt x="150" y="331"/>
                    <a:pt x="153" y="330"/>
                    <a:pt x="159" y="330"/>
                  </a:cubicBezTo>
                  <a:cubicBezTo>
                    <a:pt x="164" y="330"/>
                    <a:pt x="167" y="330"/>
                    <a:pt x="171" y="327"/>
                  </a:cubicBezTo>
                  <a:cubicBezTo>
                    <a:pt x="174" y="325"/>
                    <a:pt x="179" y="320"/>
                    <a:pt x="182" y="325"/>
                  </a:cubicBezTo>
                  <a:cubicBezTo>
                    <a:pt x="184" y="329"/>
                    <a:pt x="179" y="332"/>
                    <a:pt x="178" y="336"/>
                  </a:cubicBezTo>
                  <a:cubicBezTo>
                    <a:pt x="177" y="340"/>
                    <a:pt x="180" y="343"/>
                    <a:pt x="181" y="347"/>
                  </a:cubicBezTo>
                  <a:cubicBezTo>
                    <a:pt x="185" y="356"/>
                    <a:pt x="178" y="359"/>
                    <a:pt x="171" y="364"/>
                  </a:cubicBezTo>
                  <a:cubicBezTo>
                    <a:pt x="168" y="366"/>
                    <a:pt x="166" y="368"/>
                    <a:pt x="165" y="372"/>
                  </a:cubicBezTo>
                  <a:cubicBezTo>
                    <a:pt x="164" y="378"/>
                    <a:pt x="166" y="380"/>
                    <a:pt x="169" y="384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5" y="382"/>
                    <a:pt x="180" y="386"/>
                    <a:pt x="182" y="387"/>
                  </a:cubicBezTo>
                  <a:cubicBezTo>
                    <a:pt x="185" y="387"/>
                    <a:pt x="185" y="387"/>
                    <a:pt x="185" y="387"/>
                  </a:cubicBezTo>
                  <a:cubicBezTo>
                    <a:pt x="186" y="386"/>
                    <a:pt x="190" y="383"/>
                    <a:pt x="192" y="383"/>
                  </a:cubicBezTo>
                  <a:cubicBezTo>
                    <a:pt x="196" y="384"/>
                    <a:pt x="200" y="384"/>
                    <a:pt x="205" y="383"/>
                  </a:cubicBezTo>
                  <a:cubicBezTo>
                    <a:pt x="209" y="383"/>
                    <a:pt x="211" y="384"/>
                    <a:pt x="215" y="385"/>
                  </a:cubicBezTo>
                  <a:cubicBezTo>
                    <a:pt x="219" y="387"/>
                    <a:pt x="224" y="387"/>
                    <a:pt x="228" y="387"/>
                  </a:cubicBezTo>
                  <a:cubicBezTo>
                    <a:pt x="230" y="387"/>
                    <a:pt x="232" y="387"/>
                    <a:pt x="234" y="387"/>
                  </a:cubicBezTo>
                  <a:cubicBezTo>
                    <a:pt x="235" y="388"/>
                    <a:pt x="236" y="389"/>
                    <a:pt x="238" y="389"/>
                  </a:cubicBezTo>
                  <a:cubicBezTo>
                    <a:pt x="245" y="379"/>
                    <a:pt x="245" y="379"/>
                    <a:pt x="245" y="379"/>
                  </a:cubicBezTo>
                  <a:cubicBezTo>
                    <a:pt x="246" y="380"/>
                    <a:pt x="248" y="381"/>
                    <a:pt x="250" y="381"/>
                  </a:cubicBezTo>
                  <a:cubicBezTo>
                    <a:pt x="252" y="378"/>
                    <a:pt x="252" y="378"/>
                    <a:pt x="252" y="378"/>
                  </a:cubicBezTo>
                  <a:cubicBezTo>
                    <a:pt x="254" y="378"/>
                    <a:pt x="254" y="378"/>
                    <a:pt x="254" y="378"/>
                  </a:cubicBezTo>
                  <a:cubicBezTo>
                    <a:pt x="256" y="376"/>
                    <a:pt x="256" y="376"/>
                    <a:pt x="256" y="376"/>
                  </a:cubicBezTo>
                  <a:cubicBezTo>
                    <a:pt x="263" y="373"/>
                    <a:pt x="278" y="376"/>
                    <a:pt x="282" y="373"/>
                  </a:cubicBezTo>
                  <a:cubicBezTo>
                    <a:pt x="286" y="376"/>
                    <a:pt x="286" y="376"/>
                    <a:pt x="286" y="376"/>
                  </a:cubicBezTo>
                  <a:cubicBezTo>
                    <a:pt x="290" y="375"/>
                    <a:pt x="299" y="371"/>
                    <a:pt x="301" y="368"/>
                  </a:cubicBezTo>
                  <a:cubicBezTo>
                    <a:pt x="303" y="368"/>
                    <a:pt x="303" y="368"/>
                    <a:pt x="303" y="368"/>
                  </a:cubicBezTo>
                  <a:cubicBezTo>
                    <a:pt x="304" y="369"/>
                    <a:pt x="303" y="372"/>
                    <a:pt x="303" y="373"/>
                  </a:cubicBezTo>
                  <a:cubicBezTo>
                    <a:pt x="306" y="375"/>
                    <a:pt x="306" y="375"/>
                    <a:pt x="306" y="375"/>
                  </a:cubicBezTo>
                  <a:cubicBezTo>
                    <a:pt x="308" y="374"/>
                    <a:pt x="308" y="374"/>
                    <a:pt x="308" y="374"/>
                  </a:cubicBezTo>
                  <a:cubicBezTo>
                    <a:pt x="312" y="371"/>
                    <a:pt x="311" y="368"/>
                    <a:pt x="312" y="364"/>
                  </a:cubicBezTo>
                  <a:cubicBezTo>
                    <a:pt x="313" y="360"/>
                    <a:pt x="314" y="357"/>
                    <a:pt x="314" y="353"/>
                  </a:cubicBezTo>
                  <a:cubicBezTo>
                    <a:pt x="314" y="352"/>
                    <a:pt x="314" y="352"/>
                    <a:pt x="314" y="352"/>
                  </a:cubicBezTo>
                  <a:cubicBezTo>
                    <a:pt x="319" y="347"/>
                    <a:pt x="319" y="347"/>
                    <a:pt x="319" y="347"/>
                  </a:cubicBezTo>
                  <a:cubicBezTo>
                    <a:pt x="320" y="344"/>
                    <a:pt x="319" y="339"/>
                    <a:pt x="319" y="336"/>
                  </a:cubicBezTo>
                  <a:cubicBezTo>
                    <a:pt x="321" y="334"/>
                    <a:pt x="321" y="330"/>
                    <a:pt x="322" y="327"/>
                  </a:cubicBezTo>
                  <a:cubicBezTo>
                    <a:pt x="323" y="324"/>
                    <a:pt x="324" y="321"/>
                    <a:pt x="327" y="318"/>
                  </a:cubicBezTo>
                  <a:cubicBezTo>
                    <a:pt x="330" y="318"/>
                    <a:pt x="336" y="318"/>
                    <a:pt x="339" y="319"/>
                  </a:cubicBezTo>
                  <a:cubicBezTo>
                    <a:pt x="341" y="318"/>
                    <a:pt x="343" y="317"/>
                    <a:pt x="345" y="316"/>
                  </a:cubicBezTo>
                  <a:cubicBezTo>
                    <a:pt x="349" y="314"/>
                    <a:pt x="350" y="309"/>
                    <a:pt x="354" y="307"/>
                  </a:cubicBezTo>
                  <a:cubicBezTo>
                    <a:pt x="360" y="306"/>
                    <a:pt x="366" y="308"/>
                    <a:pt x="371" y="310"/>
                  </a:cubicBezTo>
                  <a:cubicBezTo>
                    <a:pt x="372" y="311"/>
                    <a:pt x="372" y="315"/>
                    <a:pt x="372" y="317"/>
                  </a:cubicBezTo>
                  <a:cubicBezTo>
                    <a:pt x="375" y="321"/>
                    <a:pt x="375" y="321"/>
                    <a:pt x="375" y="321"/>
                  </a:cubicBezTo>
                  <a:cubicBezTo>
                    <a:pt x="382" y="326"/>
                    <a:pt x="386" y="319"/>
                    <a:pt x="393" y="319"/>
                  </a:cubicBezTo>
                  <a:cubicBezTo>
                    <a:pt x="398" y="320"/>
                    <a:pt x="400" y="326"/>
                    <a:pt x="404" y="328"/>
                  </a:cubicBezTo>
                  <a:cubicBezTo>
                    <a:pt x="405" y="331"/>
                    <a:pt x="405" y="331"/>
                    <a:pt x="405" y="331"/>
                  </a:cubicBezTo>
                  <a:cubicBezTo>
                    <a:pt x="404" y="334"/>
                    <a:pt x="403" y="336"/>
                    <a:pt x="401" y="338"/>
                  </a:cubicBezTo>
                  <a:cubicBezTo>
                    <a:pt x="401" y="340"/>
                    <a:pt x="403" y="343"/>
                    <a:pt x="404" y="345"/>
                  </a:cubicBezTo>
                  <a:cubicBezTo>
                    <a:pt x="406" y="344"/>
                    <a:pt x="408" y="343"/>
                    <a:pt x="410" y="342"/>
                  </a:cubicBezTo>
                  <a:cubicBezTo>
                    <a:pt x="412" y="341"/>
                    <a:pt x="416" y="341"/>
                    <a:pt x="418" y="339"/>
                  </a:cubicBezTo>
                  <a:cubicBezTo>
                    <a:pt x="419" y="337"/>
                    <a:pt x="419" y="337"/>
                    <a:pt x="419" y="337"/>
                  </a:cubicBezTo>
                  <a:cubicBezTo>
                    <a:pt x="421" y="337"/>
                    <a:pt x="421" y="337"/>
                    <a:pt x="421" y="337"/>
                  </a:cubicBezTo>
                  <a:cubicBezTo>
                    <a:pt x="423" y="339"/>
                    <a:pt x="423" y="339"/>
                    <a:pt x="423" y="339"/>
                  </a:cubicBezTo>
                  <a:cubicBezTo>
                    <a:pt x="427" y="338"/>
                    <a:pt x="427" y="338"/>
                    <a:pt x="427" y="338"/>
                  </a:cubicBezTo>
                  <a:cubicBezTo>
                    <a:pt x="432" y="341"/>
                    <a:pt x="437" y="344"/>
                    <a:pt x="439" y="349"/>
                  </a:cubicBezTo>
                  <a:cubicBezTo>
                    <a:pt x="438" y="350"/>
                    <a:pt x="437" y="354"/>
                    <a:pt x="436" y="356"/>
                  </a:cubicBezTo>
                  <a:cubicBezTo>
                    <a:pt x="437" y="358"/>
                    <a:pt x="437" y="358"/>
                    <a:pt x="437" y="358"/>
                  </a:cubicBezTo>
                  <a:cubicBezTo>
                    <a:pt x="445" y="357"/>
                    <a:pt x="449" y="352"/>
                    <a:pt x="454" y="347"/>
                  </a:cubicBezTo>
                  <a:cubicBezTo>
                    <a:pt x="457" y="344"/>
                    <a:pt x="459" y="342"/>
                    <a:pt x="462" y="340"/>
                  </a:cubicBezTo>
                  <a:cubicBezTo>
                    <a:pt x="466" y="339"/>
                    <a:pt x="471" y="338"/>
                    <a:pt x="474" y="336"/>
                  </a:cubicBezTo>
                  <a:cubicBezTo>
                    <a:pt x="480" y="340"/>
                    <a:pt x="480" y="340"/>
                    <a:pt x="480" y="340"/>
                  </a:cubicBezTo>
                  <a:cubicBezTo>
                    <a:pt x="489" y="335"/>
                    <a:pt x="489" y="335"/>
                    <a:pt x="489" y="335"/>
                  </a:cubicBezTo>
                  <a:cubicBezTo>
                    <a:pt x="486" y="331"/>
                    <a:pt x="486" y="331"/>
                    <a:pt x="486" y="331"/>
                  </a:cubicBezTo>
                  <a:cubicBezTo>
                    <a:pt x="486" y="329"/>
                    <a:pt x="486" y="329"/>
                    <a:pt x="486" y="329"/>
                  </a:cubicBezTo>
                  <a:cubicBezTo>
                    <a:pt x="493" y="328"/>
                    <a:pt x="501" y="321"/>
                    <a:pt x="506" y="316"/>
                  </a:cubicBezTo>
                  <a:cubicBezTo>
                    <a:pt x="512" y="310"/>
                    <a:pt x="507" y="303"/>
                    <a:pt x="509" y="296"/>
                  </a:cubicBezTo>
                  <a:cubicBezTo>
                    <a:pt x="513" y="295"/>
                    <a:pt x="518" y="301"/>
                    <a:pt x="523" y="302"/>
                  </a:cubicBezTo>
                  <a:cubicBezTo>
                    <a:pt x="525" y="301"/>
                    <a:pt x="525" y="301"/>
                    <a:pt x="525" y="301"/>
                  </a:cubicBezTo>
                  <a:cubicBezTo>
                    <a:pt x="526" y="298"/>
                    <a:pt x="526" y="298"/>
                    <a:pt x="526" y="298"/>
                  </a:cubicBezTo>
                  <a:cubicBezTo>
                    <a:pt x="530" y="296"/>
                    <a:pt x="530" y="296"/>
                    <a:pt x="530" y="296"/>
                  </a:cubicBezTo>
                  <a:cubicBezTo>
                    <a:pt x="532" y="297"/>
                    <a:pt x="535" y="297"/>
                    <a:pt x="537" y="296"/>
                  </a:cubicBezTo>
                  <a:cubicBezTo>
                    <a:pt x="538" y="294"/>
                    <a:pt x="539" y="291"/>
                    <a:pt x="539" y="289"/>
                  </a:cubicBezTo>
                  <a:cubicBezTo>
                    <a:pt x="540" y="287"/>
                    <a:pt x="540" y="287"/>
                    <a:pt x="540" y="287"/>
                  </a:cubicBezTo>
                  <a:cubicBezTo>
                    <a:pt x="544" y="287"/>
                    <a:pt x="552" y="292"/>
                    <a:pt x="556" y="294"/>
                  </a:cubicBezTo>
                  <a:cubicBezTo>
                    <a:pt x="560" y="294"/>
                    <a:pt x="560" y="294"/>
                    <a:pt x="560" y="294"/>
                  </a:cubicBezTo>
                  <a:cubicBezTo>
                    <a:pt x="566" y="291"/>
                    <a:pt x="566" y="286"/>
                    <a:pt x="569" y="281"/>
                  </a:cubicBezTo>
                  <a:cubicBezTo>
                    <a:pt x="581" y="262"/>
                    <a:pt x="581" y="262"/>
                    <a:pt x="581" y="262"/>
                  </a:cubicBezTo>
                  <a:cubicBezTo>
                    <a:pt x="583" y="259"/>
                    <a:pt x="584" y="257"/>
                    <a:pt x="588" y="255"/>
                  </a:cubicBezTo>
                  <a:cubicBezTo>
                    <a:pt x="590" y="252"/>
                    <a:pt x="589" y="249"/>
                    <a:pt x="588" y="245"/>
                  </a:cubicBezTo>
                  <a:cubicBezTo>
                    <a:pt x="589" y="243"/>
                    <a:pt x="591" y="241"/>
                    <a:pt x="592" y="238"/>
                  </a:cubicBezTo>
                  <a:cubicBezTo>
                    <a:pt x="591" y="236"/>
                    <a:pt x="591" y="232"/>
                    <a:pt x="591" y="229"/>
                  </a:cubicBezTo>
                  <a:cubicBezTo>
                    <a:pt x="594" y="225"/>
                    <a:pt x="602" y="216"/>
                    <a:pt x="607" y="215"/>
                  </a:cubicBezTo>
                  <a:cubicBezTo>
                    <a:pt x="607" y="210"/>
                    <a:pt x="607" y="210"/>
                    <a:pt x="607" y="210"/>
                  </a:cubicBezTo>
                  <a:cubicBezTo>
                    <a:pt x="608" y="209"/>
                    <a:pt x="609" y="208"/>
                    <a:pt x="610" y="208"/>
                  </a:cubicBezTo>
                  <a:cubicBezTo>
                    <a:pt x="606" y="205"/>
                    <a:pt x="598" y="204"/>
                    <a:pt x="595" y="208"/>
                  </a:cubicBezTo>
                  <a:close/>
                </a:path>
              </a:pathLst>
            </a:custGeom>
            <a:solidFill>
              <a:schemeClr val="accent4">
                <a:lumMod val="9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</p:grpSp>
      <p:sp>
        <p:nvSpPr>
          <p:cNvPr id="2" name="Google Shape;304;p34">
            <a:extLst>
              <a:ext uri="{FF2B5EF4-FFF2-40B4-BE49-F238E27FC236}">
                <a16:creationId xmlns:a16="http://schemas.microsoft.com/office/drawing/2014/main" id="{9D79DD54-30B2-EE25-F4CB-102974B3D9CC}"/>
              </a:ext>
            </a:extLst>
          </p:cNvPr>
          <p:cNvSpPr txBox="1">
            <a:spLocks/>
          </p:cNvSpPr>
          <p:nvPr/>
        </p:nvSpPr>
        <p:spPr>
          <a:xfrm>
            <a:off x="3515360" y="2549214"/>
            <a:ext cx="802916" cy="30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sz="900" dirty="0" err="1">
                <a:solidFill>
                  <a:schemeClr val="bg1"/>
                </a:solidFill>
              </a:rPr>
              <a:t>Košický</a:t>
            </a:r>
            <a:r>
              <a:rPr lang="en-GB" sz="900" dirty="0">
                <a:solidFill>
                  <a:schemeClr val="bg1"/>
                </a:solidFill>
              </a:rPr>
              <a:t> </a:t>
            </a:r>
            <a:r>
              <a:rPr lang="en-GB" sz="900" dirty="0" err="1">
                <a:solidFill>
                  <a:schemeClr val="bg1"/>
                </a:solidFill>
              </a:rPr>
              <a:t>kraj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3" name="Google Shape;304;p34">
            <a:extLst>
              <a:ext uri="{FF2B5EF4-FFF2-40B4-BE49-F238E27FC236}">
                <a16:creationId xmlns:a16="http://schemas.microsoft.com/office/drawing/2014/main" id="{DDA3714F-6A87-0D89-B059-9D7344F13780}"/>
              </a:ext>
            </a:extLst>
          </p:cNvPr>
          <p:cNvSpPr txBox="1">
            <a:spLocks/>
          </p:cNvSpPr>
          <p:nvPr/>
        </p:nvSpPr>
        <p:spPr>
          <a:xfrm>
            <a:off x="1108259" y="2333828"/>
            <a:ext cx="802916" cy="30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ctr"/>
            <a:r>
              <a:rPr lang="en-GB" sz="900" dirty="0" err="1">
                <a:solidFill>
                  <a:schemeClr val="bg1"/>
                </a:solidFill>
              </a:rPr>
              <a:t>Trenčiansky</a:t>
            </a:r>
            <a:r>
              <a:rPr lang="en-GB" sz="900" dirty="0">
                <a:solidFill>
                  <a:schemeClr val="bg1"/>
                </a:solidFill>
              </a:rPr>
              <a:t> </a:t>
            </a:r>
            <a:r>
              <a:rPr lang="en-GB" sz="900" dirty="0" err="1">
                <a:solidFill>
                  <a:schemeClr val="bg1"/>
                </a:solidFill>
              </a:rPr>
              <a:t>kraj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4" name="Google Shape;304;p34">
            <a:extLst>
              <a:ext uri="{FF2B5EF4-FFF2-40B4-BE49-F238E27FC236}">
                <a16:creationId xmlns:a16="http://schemas.microsoft.com/office/drawing/2014/main" id="{9B3DAB35-5229-A90B-5A6B-DFF0DDBD6B44}"/>
              </a:ext>
            </a:extLst>
          </p:cNvPr>
          <p:cNvSpPr txBox="1">
            <a:spLocks/>
          </p:cNvSpPr>
          <p:nvPr/>
        </p:nvSpPr>
        <p:spPr>
          <a:xfrm>
            <a:off x="1199956" y="3139876"/>
            <a:ext cx="744265" cy="30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ctr"/>
            <a:r>
              <a:rPr lang="en-GB" sz="900" dirty="0" err="1">
                <a:solidFill>
                  <a:schemeClr val="bg1"/>
                </a:solidFill>
              </a:rPr>
              <a:t>Nitriansky</a:t>
            </a:r>
            <a:r>
              <a:rPr lang="en-GB" sz="900" dirty="0">
                <a:solidFill>
                  <a:schemeClr val="bg1"/>
                </a:solidFill>
              </a:rPr>
              <a:t> </a:t>
            </a:r>
            <a:r>
              <a:rPr lang="en-GB" sz="900" dirty="0" err="1">
                <a:solidFill>
                  <a:schemeClr val="bg1"/>
                </a:solidFill>
              </a:rPr>
              <a:t>kraj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5" name="Google Shape;304;p34">
            <a:extLst>
              <a:ext uri="{FF2B5EF4-FFF2-40B4-BE49-F238E27FC236}">
                <a16:creationId xmlns:a16="http://schemas.microsoft.com/office/drawing/2014/main" id="{BEF24EE3-AC0A-8018-A2AC-BC23C6F8D93D}"/>
              </a:ext>
            </a:extLst>
          </p:cNvPr>
          <p:cNvSpPr txBox="1">
            <a:spLocks/>
          </p:cNvSpPr>
          <p:nvPr/>
        </p:nvSpPr>
        <p:spPr>
          <a:xfrm>
            <a:off x="288283" y="2938403"/>
            <a:ext cx="802916" cy="30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ctr"/>
            <a:r>
              <a:rPr lang="en-GB" sz="900" dirty="0" err="1">
                <a:solidFill>
                  <a:schemeClr val="tx1">
                    <a:lumMod val="50000"/>
                  </a:schemeClr>
                </a:solidFill>
              </a:rPr>
              <a:t>Bratislavský</a:t>
            </a:r>
            <a:r>
              <a:rPr lang="en-GB" sz="9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900" dirty="0" err="1">
                <a:solidFill>
                  <a:schemeClr val="tx1">
                    <a:lumMod val="50000"/>
                  </a:schemeClr>
                </a:solidFill>
              </a:rPr>
              <a:t>kraj</a:t>
            </a:r>
            <a:endParaRPr lang="en-GB" sz="9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12407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B4186DE0-A71F-90E5-9174-E8C46019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>
            <a:extLst>
              <a:ext uri="{FF2B5EF4-FFF2-40B4-BE49-F238E27FC236}">
                <a16:creationId xmlns:a16="http://schemas.microsoft.com/office/drawing/2014/main" id="{10A28FFC-A626-0DF0-3090-CE6B287E890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78981" y="1221975"/>
            <a:ext cx="2958684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Štatistická</a:t>
            </a:r>
            <a:r>
              <a:rPr lang="en" dirty="0"/>
              <a:t> </a:t>
            </a:r>
            <a:r>
              <a:rPr lang="en" dirty="0" err="1"/>
              <a:t>analýza</a:t>
            </a:r>
            <a:endParaRPr dirty="0"/>
          </a:p>
        </p:txBody>
      </p:sp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A72F8DD3-FD78-FF1E-2ACA-3B02E42E7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k-SK" sz="1600" dirty="0"/>
              <a:t>Existujú regionálne rozdiely v používaní zliav?</a:t>
            </a:r>
            <a:endParaRPr sz="1600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F52F6A64-1A92-2FF4-5CC9-6C30DEDBAC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78981" y="1808399"/>
            <a:ext cx="3476736" cy="2580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Do </a:t>
            </a:r>
            <a:r>
              <a:rPr lang="en-GB" dirty="0" err="1"/>
              <a:t>regionálnej</a:t>
            </a:r>
            <a:r>
              <a:rPr lang="en-GB" dirty="0"/>
              <a:t> </a:t>
            </a:r>
            <a:r>
              <a:rPr lang="en-GB" dirty="0" err="1"/>
              <a:t>analýzy</a:t>
            </a:r>
            <a:r>
              <a:rPr lang="en-GB" dirty="0"/>
              <a:t> bolo </a:t>
            </a:r>
            <a:r>
              <a:rPr lang="en-GB" dirty="0" err="1"/>
              <a:t>zahrnutých</a:t>
            </a:r>
            <a:r>
              <a:rPr lang="en-GB" dirty="0"/>
              <a:t> 159 </a:t>
            </a:r>
            <a:r>
              <a:rPr lang="en-GB" dirty="0" err="1"/>
              <a:t>miest</a:t>
            </a:r>
            <a:r>
              <a:rPr lang="en-GB" dirty="0"/>
              <a:t>.</a:t>
            </a:r>
          </a:p>
          <a:p>
            <a:pPr marL="0" lvl="0" indent="0"/>
            <a:r>
              <a:rPr lang="en-GB" dirty="0" err="1"/>
              <a:t>Priemerná</a:t>
            </a:r>
            <a:r>
              <a:rPr lang="en-GB" dirty="0"/>
              <a:t> </a:t>
            </a:r>
            <a:r>
              <a:rPr lang="en-GB" dirty="0" err="1"/>
              <a:t>segmentová</a:t>
            </a:r>
            <a:r>
              <a:rPr lang="en-GB" dirty="0"/>
              <a:t> </a:t>
            </a:r>
            <a:r>
              <a:rPr lang="en-GB" dirty="0" err="1"/>
              <a:t>miera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medzi</a:t>
            </a:r>
            <a:r>
              <a:rPr lang="en-GB" dirty="0"/>
              <a:t> </a:t>
            </a:r>
            <a:r>
              <a:rPr lang="en-GB" dirty="0" err="1"/>
              <a:t>týmito</a:t>
            </a:r>
            <a:r>
              <a:rPr lang="en-GB" dirty="0"/>
              <a:t> </a:t>
            </a:r>
            <a:r>
              <a:rPr lang="en-GB" dirty="0" err="1"/>
              <a:t>mestami</a:t>
            </a:r>
            <a:r>
              <a:rPr lang="en-GB" dirty="0"/>
              <a:t> </a:t>
            </a:r>
            <a:r>
              <a:rPr lang="en-GB" dirty="0" err="1"/>
              <a:t>dosiahla</a:t>
            </a:r>
            <a:r>
              <a:rPr lang="en-GB" dirty="0"/>
              <a:t> 1,92 %, </a:t>
            </a:r>
            <a:r>
              <a:rPr lang="en-GB" dirty="0" err="1"/>
              <a:t>pričom</a:t>
            </a:r>
            <a:r>
              <a:rPr lang="en-GB" dirty="0"/>
              <a:t> </a:t>
            </a:r>
            <a:r>
              <a:rPr lang="en-GB" dirty="0" err="1"/>
              <a:t>najnižšia</a:t>
            </a:r>
            <a:r>
              <a:rPr lang="en-GB" dirty="0"/>
              <a:t> </a:t>
            </a:r>
            <a:r>
              <a:rPr lang="en-GB" dirty="0" err="1"/>
              <a:t>hodnota</a:t>
            </a:r>
            <a:r>
              <a:rPr lang="en-GB" dirty="0"/>
              <a:t> bola 1,08 % a </a:t>
            </a:r>
            <a:r>
              <a:rPr lang="en-GB" dirty="0" err="1"/>
              <a:t>najvyššia</a:t>
            </a:r>
            <a:r>
              <a:rPr lang="en-GB" dirty="0"/>
              <a:t> 3,85 %.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priemer</a:t>
            </a:r>
            <a:r>
              <a:rPr lang="en-GB" dirty="0"/>
              <a:t> = 1,92 %</a:t>
            </a:r>
          </a:p>
          <a:p>
            <a:pPr marL="0" lvl="0" indent="0"/>
            <a:r>
              <a:rPr lang="en-GB" dirty="0"/>
              <a:t>maximum = 3,85 %</a:t>
            </a:r>
          </a:p>
          <a:p>
            <a:pPr marL="0" lvl="0" indent="0"/>
            <a:r>
              <a:rPr lang="en-GB" dirty="0"/>
              <a:t>minimum = 1,08 %</a:t>
            </a:r>
          </a:p>
          <a:p>
            <a:pPr marL="0" lvl="0" indent="0"/>
            <a:r>
              <a:rPr lang="en-GB" dirty="0" err="1"/>
              <a:t>smerodajná</a:t>
            </a:r>
            <a:r>
              <a:rPr lang="en-GB" dirty="0"/>
              <a:t> </a:t>
            </a:r>
            <a:r>
              <a:rPr lang="en-GB" dirty="0" err="1"/>
              <a:t>odchýlka</a:t>
            </a:r>
            <a:r>
              <a:rPr lang="en-GB" dirty="0"/>
              <a:t> = 0,42 p. b.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112212-E64D-893D-B5F6-6469C383A986}"/>
              </a:ext>
            </a:extLst>
          </p:cNvPr>
          <p:cNvGrpSpPr>
            <a:grpSpLocks noChangeAspect="1"/>
          </p:cNvGrpSpPr>
          <p:nvPr/>
        </p:nvGrpSpPr>
        <p:grpSpPr>
          <a:xfrm>
            <a:off x="429054" y="1671675"/>
            <a:ext cx="4465532" cy="2095219"/>
            <a:chOff x="5172075" y="2592388"/>
            <a:chExt cx="6648450" cy="3119437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82B3F232-F7EB-D4A7-7B6B-F82B58C7D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3088" y="2592388"/>
              <a:ext cx="1985963" cy="1439862"/>
            </a:xfrm>
            <a:custGeom>
              <a:avLst/>
              <a:gdLst>
                <a:gd name="T0" fmla="*/ 622401565 w 522"/>
                <a:gd name="T1" fmla="*/ 2147483646 h 378"/>
                <a:gd name="T2" fmla="*/ 1027682589 w 522"/>
                <a:gd name="T3" fmla="*/ 2147483646 h 378"/>
                <a:gd name="T4" fmla="*/ 1129004747 w 522"/>
                <a:gd name="T5" fmla="*/ 2147483646 h 378"/>
                <a:gd name="T6" fmla="*/ 723719919 w 522"/>
                <a:gd name="T7" fmla="*/ 2147483646 h 378"/>
                <a:gd name="T8" fmla="*/ 578976696 w 522"/>
                <a:gd name="T9" fmla="*/ 2147483646 h 378"/>
                <a:gd name="T10" fmla="*/ 1071107458 w 522"/>
                <a:gd name="T11" fmla="*/ 2147483646 h 378"/>
                <a:gd name="T12" fmla="*/ 1215850681 w 522"/>
                <a:gd name="T13" fmla="*/ 2147483646 h 378"/>
                <a:gd name="T14" fmla="*/ 1606659285 w 522"/>
                <a:gd name="T15" fmla="*/ 2147483646 h 378"/>
                <a:gd name="T16" fmla="*/ 1577710641 w 522"/>
                <a:gd name="T17" fmla="*/ 2147483646 h 378"/>
                <a:gd name="T18" fmla="*/ 1954046825 w 522"/>
                <a:gd name="T19" fmla="*/ 2147483646 h 378"/>
                <a:gd name="T20" fmla="*/ 2147483646 w 522"/>
                <a:gd name="T21" fmla="*/ 2147483646 h 378"/>
                <a:gd name="T22" fmla="*/ 2147483646 w 522"/>
                <a:gd name="T23" fmla="*/ 2147483646 h 378"/>
                <a:gd name="T24" fmla="*/ 2147483646 w 522"/>
                <a:gd name="T25" fmla="*/ 2147483646 h 378"/>
                <a:gd name="T26" fmla="*/ 2147483646 w 522"/>
                <a:gd name="T27" fmla="*/ 2147483646 h 378"/>
                <a:gd name="T28" fmla="*/ 2147483646 w 522"/>
                <a:gd name="T29" fmla="*/ 2147483646 h 378"/>
                <a:gd name="T30" fmla="*/ 2147483646 w 522"/>
                <a:gd name="T31" fmla="*/ 2147483646 h 378"/>
                <a:gd name="T32" fmla="*/ 2147483646 w 522"/>
                <a:gd name="T33" fmla="*/ 2147483646 h 378"/>
                <a:gd name="T34" fmla="*/ 2147483646 w 522"/>
                <a:gd name="T35" fmla="*/ 2147483646 h 378"/>
                <a:gd name="T36" fmla="*/ 2147483646 w 522"/>
                <a:gd name="T37" fmla="*/ 2147483646 h 378"/>
                <a:gd name="T38" fmla="*/ 2147483646 w 522"/>
                <a:gd name="T39" fmla="*/ 2147483646 h 378"/>
                <a:gd name="T40" fmla="*/ 2147483646 w 522"/>
                <a:gd name="T41" fmla="*/ 2147483646 h 378"/>
                <a:gd name="T42" fmla="*/ 2147483646 w 522"/>
                <a:gd name="T43" fmla="*/ 2147483646 h 378"/>
                <a:gd name="T44" fmla="*/ 2147483646 w 522"/>
                <a:gd name="T45" fmla="*/ 2147483646 h 378"/>
                <a:gd name="T46" fmla="*/ 2147483646 w 522"/>
                <a:gd name="T47" fmla="*/ 2147483646 h 378"/>
                <a:gd name="T48" fmla="*/ 2147483646 w 522"/>
                <a:gd name="T49" fmla="*/ 2147483646 h 378"/>
                <a:gd name="T50" fmla="*/ 2147483646 w 522"/>
                <a:gd name="T51" fmla="*/ 2147483646 h 378"/>
                <a:gd name="T52" fmla="*/ 2147483646 w 522"/>
                <a:gd name="T53" fmla="*/ 2147483646 h 378"/>
                <a:gd name="T54" fmla="*/ 2147483646 w 522"/>
                <a:gd name="T55" fmla="*/ 2074886852 h 378"/>
                <a:gd name="T56" fmla="*/ 2147483646 w 522"/>
                <a:gd name="T57" fmla="*/ 1799202798 h 378"/>
                <a:gd name="T58" fmla="*/ 2147483646 w 522"/>
                <a:gd name="T59" fmla="*/ 1436460421 h 378"/>
                <a:gd name="T60" fmla="*/ 2147483646 w 522"/>
                <a:gd name="T61" fmla="*/ 1305871033 h 378"/>
                <a:gd name="T62" fmla="*/ 2147483646 w 522"/>
                <a:gd name="T63" fmla="*/ 1276852861 h 378"/>
                <a:gd name="T64" fmla="*/ 2147483646 w 522"/>
                <a:gd name="T65" fmla="*/ 986659722 h 378"/>
                <a:gd name="T66" fmla="*/ 2147483646 w 522"/>
                <a:gd name="T67" fmla="*/ 914110485 h 378"/>
                <a:gd name="T68" fmla="*/ 2147483646 w 522"/>
                <a:gd name="T69" fmla="*/ 319211311 h 378"/>
                <a:gd name="T70" fmla="*/ 2147483646 w 522"/>
                <a:gd name="T71" fmla="*/ 0 h 378"/>
                <a:gd name="T72" fmla="*/ 2147483646 w 522"/>
                <a:gd name="T73" fmla="*/ 377251462 h 378"/>
                <a:gd name="T74" fmla="*/ 2147483646 w 522"/>
                <a:gd name="T75" fmla="*/ 406269634 h 378"/>
                <a:gd name="T76" fmla="*/ 2147483646 w 522"/>
                <a:gd name="T77" fmla="*/ 638426431 h 378"/>
                <a:gd name="T78" fmla="*/ 2147483646 w 522"/>
                <a:gd name="T79" fmla="*/ 899601399 h 378"/>
                <a:gd name="T80" fmla="*/ 2147483646 w 522"/>
                <a:gd name="T81" fmla="*/ 1146267282 h 378"/>
                <a:gd name="T82" fmla="*/ 2147483646 w 522"/>
                <a:gd name="T83" fmla="*/ 1160776367 h 378"/>
                <a:gd name="T84" fmla="*/ 2147483646 w 522"/>
                <a:gd name="T85" fmla="*/ 1175285453 h 378"/>
                <a:gd name="T86" fmla="*/ 2147483646 w 522"/>
                <a:gd name="T87" fmla="*/ 1160776367 h 378"/>
                <a:gd name="T88" fmla="*/ 2147483646 w 522"/>
                <a:gd name="T89" fmla="*/ 1247834690 h 378"/>
                <a:gd name="T90" fmla="*/ 2147483646 w 522"/>
                <a:gd name="T91" fmla="*/ 1204303624 h 378"/>
                <a:gd name="T92" fmla="*/ 2147483646 w 522"/>
                <a:gd name="T93" fmla="*/ 841561247 h 378"/>
                <a:gd name="T94" fmla="*/ 2147483646 w 522"/>
                <a:gd name="T95" fmla="*/ 580386279 h 378"/>
                <a:gd name="T96" fmla="*/ 2147483646 w 522"/>
                <a:gd name="T97" fmla="*/ 493327956 h 378"/>
                <a:gd name="T98" fmla="*/ 1751406312 w 522"/>
                <a:gd name="T99" fmla="*/ 623917345 h 378"/>
                <a:gd name="T100" fmla="*/ 853990722 w 522"/>
                <a:gd name="T101" fmla="*/ 783524905 h 378"/>
                <a:gd name="T102" fmla="*/ 260537801 w 522"/>
                <a:gd name="T103" fmla="*/ 1436460421 h 37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522" h="378">
                  <a:moveTo>
                    <a:pt x="28" y="153"/>
                  </a:moveTo>
                  <a:cubicBezTo>
                    <a:pt x="31" y="157"/>
                    <a:pt x="34" y="161"/>
                    <a:pt x="36" y="166"/>
                  </a:cubicBezTo>
                  <a:cubicBezTo>
                    <a:pt x="38" y="171"/>
                    <a:pt x="39" y="176"/>
                    <a:pt x="43" y="181"/>
                  </a:cubicBezTo>
                  <a:cubicBezTo>
                    <a:pt x="46" y="184"/>
                    <a:pt x="49" y="187"/>
                    <a:pt x="53" y="190"/>
                  </a:cubicBezTo>
                  <a:cubicBezTo>
                    <a:pt x="57" y="192"/>
                    <a:pt x="62" y="193"/>
                    <a:pt x="66" y="196"/>
                  </a:cubicBezTo>
                  <a:cubicBezTo>
                    <a:pt x="69" y="198"/>
                    <a:pt x="68" y="200"/>
                    <a:pt x="71" y="204"/>
                  </a:cubicBezTo>
                  <a:cubicBezTo>
                    <a:pt x="73" y="207"/>
                    <a:pt x="72" y="207"/>
                    <a:pt x="71" y="211"/>
                  </a:cubicBezTo>
                  <a:cubicBezTo>
                    <a:pt x="67" y="218"/>
                    <a:pt x="67" y="222"/>
                    <a:pt x="72" y="228"/>
                  </a:cubicBezTo>
                  <a:cubicBezTo>
                    <a:pt x="75" y="231"/>
                    <a:pt x="77" y="233"/>
                    <a:pt x="78" y="237"/>
                  </a:cubicBezTo>
                  <a:cubicBezTo>
                    <a:pt x="78" y="242"/>
                    <a:pt x="79" y="248"/>
                    <a:pt x="78" y="252"/>
                  </a:cubicBezTo>
                  <a:cubicBezTo>
                    <a:pt x="76" y="260"/>
                    <a:pt x="66" y="265"/>
                    <a:pt x="58" y="266"/>
                  </a:cubicBezTo>
                  <a:cubicBezTo>
                    <a:pt x="54" y="267"/>
                    <a:pt x="52" y="267"/>
                    <a:pt x="50" y="272"/>
                  </a:cubicBezTo>
                  <a:cubicBezTo>
                    <a:pt x="48" y="276"/>
                    <a:pt x="48" y="277"/>
                    <a:pt x="44" y="277"/>
                  </a:cubicBezTo>
                  <a:cubicBezTo>
                    <a:pt x="42" y="278"/>
                    <a:pt x="39" y="277"/>
                    <a:pt x="37" y="279"/>
                  </a:cubicBezTo>
                  <a:cubicBezTo>
                    <a:pt x="36" y="282"/>
                    <a:pt x="38" y="284"/>
                    <a:pt x="40" y="285"/>
                  </a:cubicBezTo>
                  <a:cubicBezTo>
                    <a:pt x="45" y="288"/>
                    <a:pt x="56" y="288"/>
                    <a:pt x="62" y="286"/>
                  </a:cubicBezTo>
                  <a:cubicBezTo>
                    <a:pt x="66" y="285"/>
                    <a:pt x="66" y="283"/>
                    <a:pt x="67" y="279"/>
                  </a:cubicBezTo>
                  <a:cubicBezTo>
                    <a:pt x="67" y="275"/>
                    <a:pt x="70" y="271"/>
                    <a:pt x="74" y="274"/>
                  </a:cubicBezTo>
                  <a:cubicBezTo>
                    <a:pt x="75" y="276"/>
                    <a:pt x="74" y="278"/>
                    <a:pt x="74" y="280"/>
                  </a:cubicBezTo>
                  <a:cubicBezTo>
                    <a:pt x="75" y="280"/>
                    <a:pt x="75" y="280"/>
                    <a:pt x="75" y="280"/>
                  </a:cubicBezTo>
                  <a:cubicBezTo>
                    <a:pt x="78" y="281"/>
                    <a:pt x="81" y="277"/>
                    <a:pt x="84" y="277"/>
                  </a:cubicBezTo>
                  <a:cubicBezTo>
                    <a:pt x="88" y="277"/>
                    <a:pt x="91" y="281"/>
                    <a:pt x="93" y="282"/>
                  </a:cubicBezTo>
                  <a:cubicBezTo>
                    <a:pt x="98" y="285"/>
                    <a:pt x="104" y="281"/>
                    <a:pt x="109" y="283"/>
                  </a:cubicBezTo>
                  <a:cubicBezTo>
                    <a:pt x="117" y="287"/>
                    <a:pt x="113" y="291"/>
                    <a:pt x="111" y="296"/>
                  </a:cubicBezTo>
                  <a:cubicBezTo>
                    <a:pt x="110" y="300"/>
                    <a:pt x="110" y="305"/>
                    <a:pt x="111" y="308"/>
                  </a:cubicBezTo>
                  <a:cubicBezTo>
                    <a:pt x="112" y="312"/>
                    <a:pt x="113" y="311"/>
                    <a:pt x="111" y="315"/>
                  </a:cubicBezTo>
                  <a:cubicBezTo>
                    <a:pt x="109" y="319"/>
                    <a:pt x="106" y="327"/>
                    <a:pt x="109" y="331"/>
                  </a:cubicBezTo>
                  <a:cubicBezTo>
                    <a:pt x="111" y="334"/>
                    <a:pt x="117" y="335"/>
                    <a:pt x="119" y="336"/>
                  </a:cubicBezTo>
                  <a:cubicBezTo>
                    <a:pt x="122" y="338"/>
                    <a:pt x="126" y="341"/>
                    <a:pt x="128" y="343"/>
                  </a:cubicBezTo>
                  <a:cubicBezTo>
                    <a:pt x="132" y="349"/>
                    <a:pt x="130" y="357"/>
                    <a:pt x="135" y="362"/>
                  </a:cubicBezTo>
                  <a:cubicBezTo>
                    <a:pt x="138" y="364"/>
                    <a:pt x="149" y="368"/>
                    <a:pt x="149" y="371"/>
                  </a:cubicBezTo>
                  <a:cubicBezTo>
                    <a:pt x="157" y="368"/>
                    <a:pt x="159" y="358"/>
                    <a:pt x="166" y="368"/>
                  </a:cubicBezTo>
                  <a:cubicBezTo>
                    <a:pt x="171" y="374"/>
                    <a:pt x="174" y="378"/>
                    <a:pt x="183" y="376"/>
                  </a:cubicBezTo>
                  <a:cubicBezTo>
                    <a:pt x="188" y="374"/>
                    <a:pt x="200" y="372"/>
                    <a:pt x="202" y="368"/>
                  </a:cubicBezTo>
                  <a:cubicBezTo>
                    <a:pt x="206" y="358"/>
                    <a:pt x="195" y="353"/>
                    <a:pt x="196" y="346"/>
                  </a:cubicBezTo>
                  <a:cubicBezTo>
                    <a:pt x="196" y="343"/>
                    <a:pt x="201" y="341"/>
                    <a:pt x="201" y="339"/>
                  </a:cubicBezTo>
                  <a:cubicBezTo>
                    <a:pt x="200" y="336"/>
                    <a:pt x="195" y="336"/>
                    <a:pt x="197" y="331"/>
                  </a:cubicBezTo>
                  <a:cubicBezTo>
                    <a:pt x="198" y="327"/>
                    <a:pt x="205" y="321"/>
                    <a:pt x="209" y="318"/>
                  </a:cubicBezTo>
                  <a:cubicBezTo>
                    <a:pt x="214" y="313"/>
                    <a:pt x="220" y="317"/>
                    <a:pt x="227" y="317"/>
                  </a:cubicBezTo>
                  <a:cubicBezTo>
                    <a:pt x="236" y="317"/>
                    <a:pt x="245" y="315"/>
                    <a:pt x="254" y="312"/>
                  </a:cubicBezTo>
                  <a:cubicBezTo>
                    <a:pt x="259" y="310"/>
                    <a:pt x="269" y="306"/>
                    <a:pt x="274" y="312"/>
                  </a:cubicBezTo>
                  <a:cubicBezTo>
                    <a:pt x="278" y="316"/>
                    <a:pt x="270" y="324"/>
                    <a:pt x="280" y="325"/>
                  </a:cubicBezTo>
                  <a:cubicBezTo>
                    <a:pt x="284" y="325"/>
                    <a:pt x="291" y="323"/>
                    <a:pt x="294" y="321"/>
                  </a:cubicBezTo>
                  <a:cubicBezTo>
                    <a:pt x="296" y="319"/>
                    <a:pt x="297" y="317"/>
                    <a:pt x="298" y="315"/>
                  </a:cubicBezTo>
                  <a:cubicBezTo>
                    <a:pt x="299" y="310"/>
                    <a:pt x="302" y="308"/>
                    <a:pt x="307" y="305"/>
                  </a:cubicBezTo>
                  <a:cubicBezTo>
                    <a:pt x="314" y="302"/>
                    <a:pt x="318" y="297"/>
                    <a:pt x="327" y="296"/>
                  </a:cubicBezTo>
                  <a:cubicBezTo>
                    <a:pt x="329" y="296"/>
                    <a:pt x="332" y="296"/>
                    <a:pt x="334" y="296"/>
                  </a:cubicBezTo>
                  <a:cubicBezTo>
                    <a:pt x="339" y="295"/>
                    <a:pt x="344" y="292"/>
                    <a:pt x="349" y="291"/>
                  </a:cubicBezTo>
                  <a:cubicBezTo>
                    <a:pt x="359" y="290"/>
                    <a:pt x="369" y="288"/>
                    <a:pt x="379" y="288"/>
                  </a:cubicBezTo>
                  <a:cubicBezTo>
                    <a:pt x="384" y="288"/>
                    <a:pt x="389" y="288"/>
                    <a:pt x="393" y="291"/>
                  </a:cubicBezTo>
                  <a:cubicBezTo>
                    <a:pt x="397" y="295"/>
                    <a:pt x="398" y="298"/>
                    <a:pt x="404" y="298"/>
                  </a:cubicBezTo>
                  <a:cubicBezTo>
                    <a:pt x="408" y="298"/>
                    <a:pt x="409" y="297"/>
                    <a:pt x="413" y="300"/>
                  </a:cubicBezTo>
                  <a:cubicBezTo>
                    <a:pt x="416" y="303"/>
                    <a:pt x="419" y="307"/>
                    <a:pt x="423" y="308"/>
                  </a:cubicBezTo>
                  <a:cubicBezTo>
                    <a:pt x="431" y="308"/>
                    <a:pt x="436" y="300"/>
                    <a:pt x="444" y="300"/>
                  </a:cubicBezTo>
                  <a:cubicBezTo>
                    <a:pt x="447" y="299"/>
                    <a:pt x="448" y="301"/>
                    <a:pt x="451" y="303"/>
                  </a:cubicBezTo>
                  <a:cubicBezTo>
                    <a:pt x="454" y="304"/>
                    <a:pt x="457" y="304"/>
                    <a:pt x="461" y="304"/>
                  </a:cubicBezTo>
                  <a:cubicBezTo>
                    <a:pt x="468" y="303"/>
                    <a:pt x="476" y="307"/>
                    <a:pt x="483" y="306"/>
                  </a:cubicBezTo>
                  <a:cubicBezTo>
                    <a:pt x="486" y="306"/>
                    <a:pt x="495" y="307"/>
                    <a:pt x="495" y="303"/>
                  </a:cubicBezTo>
                  <a:cubicBezTo>
                    <a:pt x="495" y="302"/>
                    <a:pt x="495" y="302"/>
                    <a:pt x="495" y="302"/>
                  </a:cubicBezTo>
                  <a:cubicBezTo>
                    <a:pt x="502" y="304"/>
                    <a:pt x="504" y="310"/>
                    <a:pt x="511" y="305"/>
                  </a:cubicBezTo>
                  <a:cubicBezTo>
                    <a:pt x="515" y="303"/>
                    <a:pt x="522" y="299"/>
                    <a:pt x="518" y="295"/>
                  </a:cubicBezTo>
                  <a:cubicBezTo>
                    <a:pt x="515" y="293"/>
                    <a:pt x="512" y="294"/>
                    <a:pt x="510" y="291"/>
                  </a:cubicBezTo>
                  <a:cubicBezTo>
                    <a:pt x="508" y="289"/>
                    <a:pt x="509" y="285"/>
                    <a:pt x="508" y="283"/>
                  </a:cubicBezTo>
                  <a:cubicBezTo>
                    <a:pt x="506" y="279"/>
                    <a:pt x="502" y="273"/>
                    <a:pt x="500" y="270"/>
                  </a:cubicBezTo>
                  <a:cubicBezTo>
                    <a:pt x="496" y="267"/>
                    <a:pt x="494" y="263"/>
                    <a:pt x="491" y="259"/>
                  </a:cubicBezTo>
                  <a:cubicBezTo>
                    <a:pt x="496" y="257"/>
                    <a:pt x="503" y="258"/>
                    <a:pt x="506" y="253"/>
                  </a:cubicBezTo>
                  <a:cubicBezTo>
                    <a:pt x="508" y="250"/>
                    <a:pt x="508" y="246"/>
                    <a:pt x="508" y="243"/>
                  </a:cubicBezTo>
                  <a:cubicBezTo>
                    <a:pt x="508" y="239"/>
                    <a:pt x="507" y="234"/>
                    <a:pt x="508" y="230"/>
                  </a:cubicBezTo>
                  <a:cubicBezTo>
                    <a:pt x="509" y="227"/>
                    <a:pt x="510" y="220"/>
                    <a:pt x="510" y="217"/>
                  </a:cubicBezTo>
                  <a:cubicBezTo>
                    <a:pt x="510" y="212"/>
                    <a:pt x="508" y="213"/>
                    <a:pt x="503" y="213"/>
                  </a:cubicBezTo>
                  <a:cubicBezTo>
                    <a:pt x="499" y="212"/>
                    <a:pt x="493" y="212"/>
                    <a:pt x="489" y="210"/>
                  </a:cubicBezTo>
                  <a:cubicBezTo>
                    <a:pt x="486" y="207"/>
                    <a:pt x="485" y="202"/>
                    <a:pt x="481" y="201"/>
                  </a:cubicBezTo>
                  <a:cubicBezTo>
                    <a:pt x="477" y="200"/>
                    <a:pt x="475" y="206"/>
                    <a:pt x="471" y="206"/>
                  </a:cubicBezTo>
                  <a:cubicBezTo>
                    <a:pt x="468" y="203"/>
                    <a:pt x="469" y="195"/>
                    <a:pt x="469" y="191"/>
                  </a:cubicBezTo>
                  <a:cubicBezTo>
                    <a:pt x="468" y="184"/>
                    <a:pt x="463" y="180"/>
                    <a:pt x="462" y="173"/>
                  </a:cubicBezTo>
                  <a:cubicBezTo>
                    <a:pt x="457" y="176"/>
                    <a:pt x="456" y="177"/>
                    <a:pt x="452" y="180"/>
                  </a:cubicBezTo>
                  <a:cubicBezTo>
                    <a:pt x="450" y="178"/>
                    <a:pt x="444" y="177"/>
                    <a:pt x="441" y="176"/>
                  </a:cubicBezTo>
                  <a:cubicBezTo>
                    <a:pt x="440" y="177"/>
                    <a:pt x="438" y="178"/>
                    <a:pt x="436" y="179"/>
                  </a:cubicBezTo>
                  <a:cubicBezTo>
                    <a:pt x="435" y="176"/>
                    <a:pt x="431" y="175"/>
                    <a:pt x="429" y="175"/>
                  </a:cubicBezTo>
                  <a:cubicBezTo>
                    <a:pt x="428" y="172"/>
                    <a:pt x="428" y="172"/>
                    <a:pt x="428" y="172"/>
                  </a:cubicBezTo>
                  <a:cubicBezTo>
                    <a:pt x="430" y="167"/>
                    <a:pt x="429" y="162"/>
                    <a:pt x="433" y="158"/>
                  </a:cubicBezTo>
                  <a:cubicBezTo>
                    <a:pt x="435" y="155"/>
                    <a:pt x="436" y="154"/>
                    <a:pt x="436" y="150"/>
                  </a:cubicBezTo>
                  <a:cubicBezTo>
                    <a:pt x="438" y="148"/>
                    <a:pt x="441" y="145"/>
                    <a:pt x="444" y="145"/>
                  </a:cubicBezTo>
                  <a:cubicBezTo>
                    <a:pt x="446" y="143"/>
                    <a:pt x="446" y="143"/>
                    <a:pt x="446" y="143"/>
                  </a:cubicBezTo>
                  <a:cubicBezTo>
                    <a:pt x="445" y="141"/>
                    <a:pt x="444" y="138"/>
                    <a:pt x="442" y="136"/>
                  </a:cubicBezTo>
                  <a:cubicBezTo>
                    <a:pt x="438" y="136"/>
                    <a:pt x="438" y="136"/>
                    <a:pt x="438" y="136"/>
                  </a:cubicBezTo>
                  <a:cubicBezTo>
                    <a:pt x="437" y="132"/>
                    <a:pt x="440" y="127"/>
                    <a:pt x="441" y="124"/>
                  </a:cubicBezTo>
                  <a:cubicBezTo>
                    <a:pt x="440" y="120"/>
                    <a:pt x="439" y="120"/>
                    <a:pt x="440" y="116"/>
                  </a:cubicBezTo>
                  <a:cubicBezTo>
                    <a:pt x="440" y="112"/>
                    <a:pt x="441" y="111"/>
                    <a:pt x="440" y="107"/>
                  </a:cubicBezTo>
                  <a:cubicBezTo>
                    <a:pt x="439" y="104"/>
                    <a:pt x="438" y="102"/>
                    <a:pt x="437" y="99"/>
                  </a:cubicBezTo>
                  <a:cubicBezTo>
                    <a:pt x="437" y="97"/>
                    <a:pt x="438" y="94"/>
                    <a:pt x="438" y="91"/>
                  </a:cubicBezTo>
                  <a:cubicBezTo>
                    <a:pt x="436" y="90"/>
                    <a:pt x="433" y="88"/>
                    <a:pt x="431" y="88"/>
                  </a:cubicBezTo>
                  <a:cubicBezTo>
                    <a:pt x="424" y="90"/>
                    <a:pt x="424" y="90"/>
                    <a:pt x="424" y="90"/>
                  </a:cubicBezTo>
                  <a:cubicBezTo>
                    <a:pt x="422" y="93"/>
                    <a:pt x="419" y="98"/>
                    <a:pt x="415" y="98"/>
                  </a:cubicBezTo>
                  <a:cubicBezTo>
                    <a:pt x="414" y="91"/>
                    <a:pt x="405" y="90"/>
                    <a:pt x="400" y="89"/>
                  </a:cubicBezTo>
                  <a:cubicBezTo>
                    <a:pt x="393" y="88"/>
                    <a:pt x="393" y="88"/>
                    <a:pt x="393" y="88"/>
                  </a:cubicBezTo>
                  <a:cubicBezTo>
                    <a:pt x="395" y="85"/>
                    <a:pt x="396" y="81"/>
                    <a:pt x="398" y="78"/>
                  </a:cubicBezTo>
                  <a:cubicBezTo>
                    <a:pt x="395" y="74"/>
                    <a:pt x="396" y="72"/>
                    <a:pt x="396" y="68"/>
                  </a:cubicBezTo>
                  <a:cubicBezTo>
                    <a:pt x="395" y="68"/>
                    <a:pt x="395" y="68"/>
                    <a:pt x="395" y="68"/>
                  </a:cubicBezTo>
                  <a:cubicBezTo>
                    <a:pt x="393" y="68"/>
                    <a:pt x="390" y="71"/>
                    <a:pt x="388" y="71"/>
                  </a:cubicBezTo>
                  <a:cubicBezTo>
                    <a:pt x="386" y="70"/>
                    <a:pt x="384" y="66"/>
                    <a:pt x="384" y="64"/>
                  </a:cubicBezTo>
                  <a:cubicBezTo>
                    <a:pt x="382" y="63"/>
                    <a:pt x="382" y="63"/>
                    <a:pt x="382" y="63"/>
                  </a:cubicBezTo>
                  <a:cubicBezTo>
                    <a:pt x="380" y="63"/>
                    <a:pt x="380" y="63"/>
                    <a:pt x="380" y="63"/>
                  </a:cubicBezTo>
                  <a:cubicBezTo>
                    <a:pt x="374" y="58"/>
                    <a:pt x="371" y="49"/>
                    <a:pt x="368" y="42"/>
                  </a:cubicBezTo>
                  <a:cubicBezTo>
                    <a:pt x="366" y="35"/>
                    <a:pt x="363" y="29"/>
                    <a:pt x="362" y="22"/>
                  </a:cubicBezTo>
                  <a:cubicBezTo>
                    <a:pt x="361" y="15"/>
                    <a:pt x="357" y="11"/>
                    <a:pt x="351" y="8"/>
                  </a:cubicBezTo>
                  <a:cubicBezTo>
                    <a:pt x="349" y="7"/>
                    <a:pt x="347" y="7"/>
                    <a:pt x="345" y="6"/>
                  </a:cubicBezTo>
                  <a:cubicBezTo>
                    <a:pt x="343" y="4"/>
                    <a:pt x="343" y="0"/>
                    <a:pt x="340" y="0"/>
                  </a:cubicBezTo>
                  <a:cubicBezTo>
                    <a:pt x="337" y="0"/>
                    <a:pt x="326" y="2"/>
                    <a:pt x="324" y="4"/>
                  </a:cubicBezTo>
                  <a:cubicBezTo>
                    <a:pt x="323" y="10"/>
                    <a:pt x="320" y="12"/>
                    <a:pt x="314" y="13"/>
                  </a:cubicBezTo>
                  <a:cubicBezTo>
                    <a:pt x="311" y="14"/>
                    <a:pt x="313" y="23"/>
                    <a:pt x="313" y="26"/>
                  </a:cubicBezTo>
                  <a:cubicBezTo>
                    <a:pt x="310" y="28"/>
                    <a:pt x="303" y="29"/>
                    <a:pt x="300" y="30"/>
                  </a:cubicBezTo>
                  <a:cubicBezTo>
                    <a:pt x="299" y="30"/>
                    <a:pt x="298" y="29"/>
                    <a:pt x="298" y="28"/>
                  </a:cubicBezTo>
                  <a:cubicBezTo>
                    <a:pt x="295" y="26"/>
                    <a:pt x="291" y="29"/>
                    <a:pt x="288" y="28"/>
                  </a:cubicBezTo>
                  <a:cubicBezTo>
                    <a:pt x="287" y="29"/>
                    <a:pt x="287" y="29"/>
                    <a:pt x="287" y="29"/>
                  </a:cubicBezTo>
                  <a:cubicBezTo>
                    <a:pt x="279" y="26"/>
                    <a:pt x="276" y="37"/>
                    <a:pt x="269" y="38"/>
                  </a:cubicBezTo>
                  <a:cubicBezTo>
                    <a:pt x="268" y="39"/>
                    <a:pt x="269" y="43"/>
                    <a:pt x="269" y="44"/>
                  </a:cubicBezTo>
                  <a:cubicBezTo>
                    <a:pt x="267" y="45"/>
                    <a:pt x="261" y="50"/>
                    <a:pt x="261" y="53"/>
                  </a:cubicBezTo>
                  <a:cubicBezTo>
                    <a:pt x="264" y="56"/>
                    <a:pt x="263" y="59"/>
                    <a:pt x="262" y="62"/>
                  </a:cubicBezTo>
                  <a:cubicBezTo>
                    <a:pt x="260" y="62"/>
                    <a:pt x="259" y="62"/>
                    <a:pt x="257" y="62"/>
                  </a:cubicBezTo>
                  <a:cubicBezTo>
                    <a:pt x="255" y="64"/>
                    <a:pt x="252" y="67"/>
                    <a:pt x="251" y="69"/>
                  </a:cubicBezTo>
                  <a:cubicBezTo>
                    <a:pt x="253" y="72"/>
                    <a:pt x="255" y="74"/>
                    <a:pt x="254" y="78"/>
                  </a:cubicBezTo>
                  <a:cubicBezTo>
                    <a:pt x="253" y="79"/>
                    <a:pt x="253" y="79"/>
                    <a:pt x="253" y="79"/>
                  </a:cubicBezTo>
                  <a:cubicBezTo>
                    <a:pt x="251" y="79"/>
                    <a:pt x="249" y="79"/>
                    <a:pt x="248" y="79"/>
                  </a:cubicBezTo>
                  <a:cubicBezTo>
                    <a:pt x="246" y="80"/>
                    <a:pt x="243" y="82"/>
                    <a:pt x="241" y="82"/>
                  </a:cubicBezTo>
                  <a:cubicBezTo>
                    <a:pt x="240" y="81"/>
                    <a:pt x="239" y="80"/>
                    <a:pt x="238" y="80"/>
                  </a:cubicBezTo>
                  <a:cubicBezTo>
                    <a:pt x="236" y="82"/>
                    <a:pt x="234" y="83"/>
                    <a:pt x="232" y="84"/>
                  </a:cubicBezTo>
                  <a:cubicBezTo>
                    <a:pt x="230" y="84"/>
                    <a:pt x="228" y="82"/>
                    <a:pt x="226" y="81"/>
                  </a:cubicBezTo>
                  <a:cubicBezTo>
                    <a:pt x="224" y="81"/>
                    <a:pt x="224" y="81"/>
                    <a:pt x="224" y="81"/>
                  </a:cubicBezTo>
                  <a:cubicBezTo>
                    <a:pt x="224" y="80"/>
                    <a:pt x="223" y="78"/>
                    <a:pt x="222" y="78"/>
                  </a:cubicBezTo>
                  <a:cubicBezTo>
                    <a:pt x="217" y="77"/>
                    <a:pt x="217" y="77"/>
                    <a:pt x="217" y="77"/>
                  </a:cubicBezTo>
                  <a:cubicBezTo>
                    <a:pt x="217" y="78"/>
                    <a:pt x="215" y="80"/>
                    <a:pt x="214" y="80"/>
                  </a:cubicBezTo>
                  <a:cubicBezTo>
                    <a:pt x="212" y="79"/>
                    <a:pt x="212" y="79"/>
                    <a:pt x="212" y="79"/>
                  </a:cubicBezTo>
                  <a:cubicBezTo>
                    <a:pt x="210" y="80"/>
                    <a:pt x="210" y="80"/>
                    <a:pt x="210" y="80"/>
                  </a:cubicBezTo>
                  <a:cubicBezTo>
                    <a:pt x="209" y="82"/>
                    <a:pt x="208" y="84"/>
                    <a:pt x="206" y="86"/>
                  </a:cubicBezTo>
                  <a:cubicBezTo>
                    <a:pt x="203" y="88"/>
                    <a:pt x="201" y="87"/>
                    <a:pt x="198" y="86"/>
                  </a:cubicBezTo>
                  <a:cubicBezTo>
                    <a:pt x="194" y="86"/>
                    <a:pt x="191" y="88"/>
                    <a:pt x="188" y="86"/>
                  </a:cubicBezTo>
                  <a:cubicBezTo>
                    <a:pt x="186" y="83"/>
                    <a:pt x="186" y="83"/>
                    <a:pt x="186" y="83"/>
                  </a:cubicBezTo>
                  <a:cubicBezTo>
                    <a:pt x="184" y="77"/>
                    <a:pt x="189" y="77"/>
                    <a:pt x="190" y="73"/>
                  </a:cubicBezTo>
                  <a:cubicBezTo>
                    <a:pt x="189" y="69"/>
                    <a:pt x="188" y="62"/>
                    <a:pt x="186" y="59"/>
                  </a:cubicBezTo>
                  <a:cubicBezTo>
                    <a:pt x="185" y="58"/>
                    <a:pt x="185" y="58"/>
                    <a:pt x="185" y="58"/>
                  </a:cubicBezTo>
                  <a:cubicBezTo>
                    <a:pt x="184" y="57"/>
                    <a:pt x="184" y="57"/>
                    <a:pt x="184" y="57"/>
                  </a:cubicBezTo>
                  <a:cubicBezTo>
                    <a:pt x="184" y="55"/>
                    <a:pt x="185" y="53"/>
                    <a:pt x="185" y="51"/>
                  </a:cubicBezTo>
                  <a:cubicBezTo>
                    <a:pt x="181" y="42"/>
                    <a:pt x="189" y="46"/>
                    <a:pt x="189" y="40"/>
                  </a:cubicBezTo>
                  <a:cubicBezTo>
                    <a:pt x="188" y="36"/>
                    <a:pt x="187" y="35"/>
                    <a:pt x="184" y="34"/>
                  </a:cubicBezTo>
                  <a:cubicBezTo>
                    <a:pt x="180" y="32"/>
                    <a:pt x="180" y="32"/>
                    <a:pt x="180" y="32"/>
                  </a:cubicBezTo>
                  <a:cubicBezTo>
                    <a:pt x="174" y="31"/>
                    <a:pt x="169" y="35"/>
                    <a:pt x="163" y="34"/>
                  </a:cubicBezTo>
                  <a:cubicBezTo>
                    <a:pt x="159" y="33"/>
                    <a:pt x="158" y="32"/>
                    <a:pt x="154" y="33"/>
                  </a:cubicBezTo>
                  <a:cubicBezTo>
                    <a:pt x="152" y="32"/>
                    <a:pt x="152" y="32"/>
                    <a:pt x="152" y="32"/>
                  </a:cubicBezTo>
                  <a:cubicBezTo>
                    <a:pt x="143" y="36"/>
                    <a:pt x="131" y="39"/>
                    <a:pt x="121" y="43"/>
                  </a:cubicBezTo>
                  <a:cubicBezTo>
                    <a:pt x="117" y="44"/>
                    <a:pt x="112" y="46"/>
                    <a:pt x="107" y="47"/>
                  </a:cubicBezTo>
                  <a:cubicBezTo>
                    <a:pt x="98" y="48"/>
                    <a:pt x="86" y="48"/>
                    <a:pt x="78" y="45"/>
                  </a:cubicBezTo>
                  <a:cubicBezTo>
                    <a:pt x="71" y="47"/>
                    <a:pt x="64" y="48"/>
                    <a:pt x="59" y="54"/>
                  </a:cubicBezTo>
                  <a:cubicBezTo>
                    <a:pt x="52" y="62"/>
                    <a:pt x="41" y="68"/>
                    <a:pt x="34" y="76"/>
                  </a:cubicBezTo>
                  <a:cubicBezTo>
                    <a:pt x="30" y="79"/>
                    <a:pt x="27" y="82"/>
                    <a:pt x="23" y="85"/>
                  </a:cubicBezTo>
                  <a:cubicBezTo>
                    <a:pt x="19" y="89"/>
                    <a:pt x="19" y="93"/>
                    <a:pt x="18" y="99"/>
                  </a:cubicBezTo>
                  <a:cubicBezTo>
                    <a:pt x="16" y="109"/>
                    <a:pt x="9" y="114"/>
                    <a:pt x="0" y="119"/>
                  </a:cubicBezTo>
                  <a:cubicBezTo>
                    <a:pt x="8" y="128"/>
                    <a:pt x="20" y="143"/>
                    <a:pt x="28" y="153"/>
                  </a:cubicBezTo>
                  <a:close/>
                </a:path>
              </a:pathLst>
            </a:custGeom>
            <a:solidFill>
              <a:schemeClr val="accent4">
                <a:lumMod val="9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>
                <a:solidFill>
                  <a:srgbClr val="FF0000"/>
                </a:solidFill>
              </a:endParaRPr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50C38FB9-5426-5485-5972-D4B1107D0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688" y="3044825"/>
              <a:ext cx="1735138" cy="1406525"/>
            </a:xfrm>
            <a:custGeom>
              <a:avLst/>
              <a:gdLst>
                <a:gd name="T0" fmla="*/ 159267404 w 456"/>
                <a:gd name="T1" fmla="*/ 2147483646 h 369"/>
                <a:gd name="T2" fmla="*/ 390931158 w 456"/>
                <a:gd name="T3" fmla="*/ 2147483646 h 369"/>
                <a:gd name="T4" fmla="*/ 622594911 w 456"/>
                <a:gd name="T5" fmla="*/ 2147483646 h 369"/>
                <a:gd name="T6" fmla="*/ 579159384 w 456"/>
                <a:gd name="T7" fmla="*/ 2147483646 h 369"/>
                <a:gd name="T8" fmla="*/ 781866120 w 456"/>
                <a:gd name="T9" fmla="*/ 2147483646 h 369"/>
                <a:gd name="T10" fmla="*/ 970094347 w 456"/>
                <a:gd name="T11" fmla="*/ 2147483646 h 369"/>
                <a:gd name="T12" fmla="*/ 1317589978 w 456"/>
                <a:gd name="T13" fmla="*/ 2147483646 h 369"/>
                <a:gd name="T14" fmla="*/ 1708521135 w 456"/>
                <a:gd name="T15" fmla="*/ 2147483646 h 369"/>
                <a:gd name="T16" fmla="*/ 2142891625 w 456"/>
                <a:gd name="T17" fmla="*/ 2147483646 h 369"/>
                <a:gd name="T18" fmla="*/ 2147483646 w 456"/>
                <a:gd name="T19" fmla="*/ 2147483646 h 369"/>
                <a:gd name="T20" fmla="*/ 2147483646 w 456"/>
                <a:gd name="T21" fmla="*/ 2147483646 h 369"/>
                <a:gd name="T22" fmla="*/ 2147483646 w 456"/>
                <a:gd name="T23" fmla="*/ 2147483646 h 369"/>
                <a:gd name="T24" fmla="*/ 2147483646 w 456"/>
                <a:gd name="T25" fmla="*/ 2147483646 h 369"/>
                <a:gd name="T26" fmla="*/ 2147483646 w 456"/>
                <a:gd name="T27" fmla="*/ 2147483646 h 369"/>
                <a:gd name="T28" fmla="*/ 2147483646 w 456"/>
                <a:gd name="T29" fmla="*/ 2147483646 h 369"/>
                <a:gd name="T30" fmla="*/ 2147483646 w 456"/>
                <a:gd name="T31" fmla="*/ 2147483646 h 369"/>
                <a:gd name="T32" fmla="*/ 2147483646 w 456"/>
                <a:gd name="T33" fmla="*/ 2147483646 h 369"/>
                <a:gd name="T34" fmla="*/ 2147483646 w 456"/>
                <a:gd name="T35" fmla="*/ 2147483646 h 369"/>
                <a:gd name="T36" fmla="*/ 2147483646 w 456"/>
                <a:gd name="T37" fmla="*/ 2147483646 h 369"/>
                <a:gd name="T38" fmla="*/ 2147483646 w 456"/>
                <a:gd name="T39" fmla="*/ 2147483646 h 369"/>
                <a:gd name="T40" fmla="*/ 2147483646 w 456"/>
                <a:gd name="T41" fmla="*/ 2147483646 h 369"/>
                <a:gd name="T42" fmla="*/ 2147483646 w 456"/>
                <a:gd name="T43" fmla="*/ 2147483646 h 369"/>
                <a:gd name="T44" fmla="*/ 2147483646 w 456"/>
                <a:gd name="T45" fmla="*/ 2147483646 h 369"/>
                <a:gd name="T46" fmla="*/ 2147483646 w 456"/>
                <a:gd name="T47" fmla="*/ 2147483646 h 369"/>
                <a:gd name="T48" fmla="*/ 2147483646 w 456"/>
                <a:gd name="T49" fmla="*/ 2147483646 h 369"/>
                <a:gd name="T50" fmla="*/ 2147483646 w 456"/>
                <a:gd name="T51" fmla="*/ 2147483646 h 369"/>
                <a:gd name="T52" fmla="*/ 2147483646 w 456"/>
                <a:gd name="T53" fmla="*/ 2147483646 h 369"/>
                <a:gd name="T54" fmla="*/ 2147483646 w 456"/>
                <a:gd name="T55" fmla="*/ 2147483646 h 369"/>
                <a:gd name="T56" fmla="*/ 2147483646 w 456"/>
                <a:gd name="T57" fmla="*/ 2147483646 h 369"/>
                <a:gd name="T58" fmla="*/ 2147483646 w 456"/>
                <a:gd name="T59" fmla="*/ 2147483646 h 369"/>
                <a:gd name="T60" fmla="*/ 2147483646 w 456"/>
                <a:gd name="T61" fmla="*/ 2147483646 h 369"/>
                <a:gd name="T62" fmla="*/ 2147483646 w 456"/>
                <a:gd name="T63" fmla="*/ 2147483646 h 369"/>
                <a:gd name="T64" fmla="*/ 2147483646 w 456"/>
                <a:gd name="T65" fmla="*/ 2147483646 h 369"/>
                <a:gd name="T66" fmla="*/ 2147483646 w 456"/>
                <a:gd name="T67" fmla="*/ 2147483646 h 369"/>
                <a:gd name="T68" fmla="*/ 2147483646 w 456"/>
                <a:gd name="T69" fmla="*/ 2147483646 h 369"/>
                <a:gd name="T70" fmla="*/ 2147483646 w 456"/>
                <a:gd name="T71" fmla="*/ 2019560255 h 369"/>
                <a:gd name="T72" fmla="*/ 2147483646 w 456"/>
                <a:gd name="T73" fmla="*/ 1612742911 h 369"/>
                <a:gd name="T74" fmla="*/ 2147483646 w 456"/>
                <a:gd name="T75" fmla="*/ 1336686650 h 369"/>
                <a:gd name="T76" fmla="*/ 2147483646 w 456"/>
                <a:gd name="T77" fmla="*/ 1104221230 h 369"/>
                <a:gd name="T78" fmla="*/ 2147483646 w 456"/>
                <a:gd name="T79" fmla="*/ 537582241 h 369"/>
                <a:gd name="T80" fmla="*/ 2147483646 w 456"/>
                <a:gd name="T81" fmla="*/ 261525980 h 369"/>
                <a:gd name="T82" fmla="*/ 2147483646 w 456"/>
                <a:gd name="T83" fmla="*/ 755517381 h 369"/>
                <a:gd name="T84" fmla="*/ 2147483646 w 456"/>
                <a:gd name="T85" fmla="*/ 1104221230 h 369"/>
                <a:gd name="T86" fmla="*/ 2147483646 w 456"/>
                <a:gd name="T87" fmla="*/ 1569155883 h 369"/>
                <a:gd name="T88" fmla="*/ 2147483646 w 456"/>
                <a:gd name="T89" fmla="*/ 1932386199 h 369"/>
                <a:gd name="T90" fmla="*/ 2147483646 w 456"/>
                <a:gd name="T91" fmla="*/ 2019560255 h 369"/>
                <a:gd name="T92" fmla="*/ 2128413116 w 456"/>
                <a:gd name="T93" fmla="*/ 2147483646 h 369"/>
                <a:gd name="T94" fmla="*/ 1621646276 w 456"/>
                <a:gd name="T95" fmla="*/ 2147483646 h 369"/>
                <a:gd name="T96" fmla="*/ 1056965401 w 456"/>
                <a:gd name="T97" fmla="*/ 2147483646 h 369"/>
                <a:gd name="T98" fmla="*/ 289581595 w 456"/>
                <a:gd name="T99" fmla="*/ 2147483646 h 369"/>
                <a:gd name="T100" fmla="*/ 43435527 w 456"/>
                <a:gd name="T101" fmla="*/ 2147483646 h 36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56" h="369">
                  <a:moveTo>
                    <a:pt x="3" y="234"/>
                  </a:moveTo>
                  <a:cubicBezTo>
                    <a:pt x="0" y="238"/>
                    <a:pt x="8" y="238"/>
                    <a:pt x="11" y="237"/>
                  </a:cubicBezTo>
                  <a:cubicBezTo>
                    <a:pt x="14" y="235"/>
                    <a:pt x="18" y="228"/>
                    <a:pt x="22" y="229"/>
                  </a:cubicBezTo>
                  <a:cubicBezTo>
                    <a:pt x="26" y="229"/>
                    <a:pt x="26" y="234"/>
                    <a:pt x="27" y="237"/>
                  </a:cubicBezTo>
                  <a:cubicBezTo>
                    <a:pt x="29" y="240"/>
                    <a:pt x="34" y="242"/>
                    <a:pt x="37" y="245"/>
                  </a:cubicBezTo>
                  <a:cubicBezTo>
                    <a:pt x="39" y="247"/>
                    <a:pt x="44" y="251"/>
                    <a:pt x="43" y="254"/>
                  </a:cubicBezTo>
                  <a:cubicBezTo>
                    <a:pt x="43" y="255"/>
                    <a:pt x="41" y="256"/>
                    <a:pt x="40" y="257"/>
                  </a:cubicBezTo>
                  <a:cubicBezTo>
                    <a:pt x="38" y="260"/>
                    <a:pt x="40" y="271"/>
                    <a:pt x="40" y="274"/>
                  </a:cubicBezTo>
                  <a:cubicBezTo>
                    <a:pt x="41" y="279"/>
                    <a:pt x="43" y="282"/>
                    <a:pt x="46" y="286"/>
                  </a:cubicBezTo>
                  <a:cubicBezTo>
                    <a:pt x="49" y="291"/>
                    <a:pt x="51" y="296"/>
                    <a:pt x="54" y="302"/>
                  </a:cubicBezTo>
                  <a:cubicBezTo>
                    <a:pt x="55" y="304"/>
                    <a:pt x="56" y="309"/>
                    <a:pt x="59" y="309"/>
                  </a:cubicBezTo>
                  <a:cubicBezTo>
                    <a:pt x="62" y="309"/>
                    <a:pt x="64" y="304"/>
                    <a:pt x="67" y="304"/>
                  </a:cubicBezTo>
                  <a:cubicBezTo>
                    <a:pt x="73" y="302"/>
                    <a:pt x="77" y="306"/>
                    <a:pt x="82" y="301"/>
                  </a:cubicBezTo>
                  <a:cubicBezTo>
                    <a:pt x="87" y="296"/>
                    <a:pt x="83" y="290"/>
                    <a:pt x="91" y="289"/>
                  </a:cubicBezTo>
                  <a:cubicBezTo>
                    <a:pt x="97" y="289"/>
                    <a:pt x="100" y="290"/>
                    <a:pt x="105" y="287"/>
                  </a:cubicBezTo>
                  <a:cubicBezTo>
                    <a:pt x="110" y="285"/>
                    <a:pt x="114" y="282"/>
                    <a:pt x="118" y="287"/>
                  </a:cubicBezTo>
                  <a:cubicBezTo>
                    <a:pt x="123" y="295"/>
                    <a:pt x="125" y="301"/>
                    <a:pt x="136" y="302"/>
                  </a:cubicBezTo>
                  <a:cubicBezTo>
                    <a:pt x="142" y="302"/>
                    <a:pt x="144" y="302"/>
                    <a:pt x="148" y="300"/>
                  </a:cubicBezTo>
                  <a:cubicBezTo>
                    <a:pt x="151" y="300"/>
                    <a:pt x="151" y="301"/>
                    <a:pt x="153" y="302"/>
                  </a:cubicBezTo>
                  <a:cubicBezTo>
                    <a:pt x="156" y="304"/>
                    <a:pt x="159" y="306"/>
                    <a:pt x="162" y="307"/>
                  </a:cubicBezTo>
                  <a:cubicBezTo>
                    <a:pt x="166" y="309"/>
                    <a:pt x="169" y="309"/>
                    <a:pt x="172" y="310"/>
                  </a:cubicBezTo>
                  <a:cubicBezTo>
                    <a:pt x="176" y="311"/>
                    <a:pt x="178" y="314"/>
                    <a:pt x="182" y="315"/>
                  </a:cubicBezTo>
                  <a:cubicBezTo>
                    <a:pt x="184" y="316"/>
                    <a:pt x="195" y="316"/>
                    <a:pt x="196" y="319"/>
                  </a:cubicBezTo>
                  <a:cubicBezTo>
                    <a:pt x="208" y="315"/>
                    <a:pt x="211" y="307"/>
                    <a:pt x="208" y="295"/>
                  </a:cubicBezTo>
                  <a:cubicBezTo>
                    <a:pt x="207" y="291"/>
                    <a:pt x="201" y="284"/>
                    <a:pt x="200" y="280"/>
                  </a:cubicBezTo>
                  <a:cubicBezTo>
                    <a:pt x="198" y="274"/>
                    <a:pt x="201" y="268"/>
                    <a:pt x="208" y="271"/>
                  </a:cubicBezTo>
                  <a:cubicBezTo>
                    <a:pt x="215" y="274"/>
                    <a:pt x="223" y="276"/>
                    <a:pt x="232" y="277"/>
                  </a:cubicBezTo>
                  <a:cubicBezTo>
                    <a:pt x="238" y="279"/>
                    <a:pt x="237" y="280"/>
                    <a:pt x="240" y="285"/>
                  </a:cubicBezTo>
                  <a:cubicBezTo>
                    <a:pt x="242" y="289"/>
                    <a:pt x="245" y="294"/>
                    <a:pt x="248" y="297"/>
                  </a:cubicBezTo>
                  <a:cubicBezTo>
                    <a:pt x="255" y="304"/>
                    <a:pt x="266" y="305"/>
                    <a:pt x="273" y="312"/>
                  </a:cubicBezTo>
                  <a:cubicBezTo>
                    <a:pt x="277" y="315"/>
                    <a:pt x="274" y="318"/>
                    <a:pt x="271" y="321"/>
                  </a:cubicBezTo>
                  <a:cubicBezTo>
                    <a:pt x="267" y="325"/>
                    <a:pt x="267" y="327"/>
                    <a:pt x="268" y="333"/>
                  </a:cubicBezTo>
                  <a:cubicBezTo>
                    <a:pt x="269" y="339"/>
                    <a:pt x="270" y="338"/>
                    <a:pt x="276" y="339"/>
                  </a:cubicBezTo>
                  <a:cubicBezTo>
                    <a:pt x="283" y="339"/>
                    <a:pt x="286" y="342"/>
                    <a:pt x="288" y="348"/>
                  </a:cubicBezTo>
                  <a:cubicBezTo>
                    <a:pt x="290" y="353"/>
                    <a:pt x="291" y="359"/>
                    <a:pt x="295" y="363"/>
                  </a:cubicBezTo>
                  <a:cubicBezTo>
                    <a:pt x="300" y="369"/>
                    <a:pt x="300" y="361"/>
                    <a:pt x="305" y="362"/>
                  </a:cubicBezTo>
                  <a:cubicBezTo>
                    <a:pt x="308" y="362"/>
                    <a:pt x="309" y="366"/>
                    <a:pt x="311" y="366"/>
                  </a:cubicBezTo>
                  <a:cubicBezTo>
                    <a:pt x="315" y="366"/>
                    <a:pt x="314" y="363"/>
                    <a:pt x="316" y="361"/>
                  </a:cubicBezTo>
                  <a:cubicBezTo>
                    <a:pt x="318" y="358"/>
                    <a:pt x="321" y="352"/>
                    <a:pt x="324" y="349"/>
                  </a:cubicBezTo>
                  <a:cubicBezTo>
                    <a:pt x="329" y="345"/>
                    <a:pt x="343" y="329"/>
                    <a:pt x="347" y="340"/>
                  </a:cubicBezTo>
                  <a:cubicBezTo>
                    <a:pt x="352" y="331"/>
                    <a:pt x="354" y="329"/>
                    <a:pt x="365" y="329"/>
                  </a:cubicBezTo>
                  <a:cubicBezTo>
                    <a:pt x="368" y="330"/>
                    <a:pt x="372" y="330"/>
                    <a:pt x="375" y="329"/>
                  </a:cubicBezTo>
                  <a:cubicBezTo>
                    <a:pt x="380" y="329"/>
                    <a:pt x="380" y="328"/>
                    <a:pt x="381" y="324"/>
                  </a:cubicBezTo>
                  <a:cubicBezTo>
                    <a:pt x="383" y="319"/>
                    <a:pt x="388" y="321"/>
                    <a:pt x="391" y="318"/>
                  </a:cubicBezTo>
                  <a:cubicBezTo>
                    <a:pt x="393" y="315"/>
                    <a:pt x="394" y="312"/>
                    <a:pt x="396" y="308"/>
                  </a:cubicBezTo>
                  <a:cubicBezTo>
                    <a:pt x="401" y="302"/>
                    <a:pt x="407" y="304"/>
                    <a:pt x="413" y="308"/>
                  </a:cubicBezTo>
                  <a:cubicBezTo>
                    <a:pt x="418" y="311"/>
                    <a:pt x="420" y="311"/>
                    <a:pt x="423" y="304"/>
                  </a:cubicBezTo>
                  <a:cubicBezTo>
                    <a:pt x="425" y="298"/>
                    <a:pt x="425" y="291"/>
                    <a:pt x="428" y="285"/>
                  </a:cubicBezTo>
                  <a:cubicBezTo>
                    <a:pt x="430" y="282"/>
                    <a:pt x="433" y="281"/>
                    <a:pt x="436" y="280"/>
                  </a:cubicBezTo>
                  <a:cubicBezTo>
                    <a:pt x="441" y="278"/>
                    <a:pt x="442" y="277"/>
                    <a:pt x="444" y="272"/>
                  </a:cubicBezTo>
                  <a:cubicBezTo>
                    <a:pt x="445" y="268"/>
                    <a:pt x="447" y="266"/>
                    <a:pt x="450" y="263"/>
                  </a:cubicBezTo>
                  <a:cubicBezTo>
                    <a:pt x="453" y="260"/>
                    <a:pt x="454" y="256"/>
                    <a:pt x="456" y="252"/>
                  </a:cubicBezTo>
                  <a:cubicBezTo>
                    <a:pt x="456" y="249"/>
                    <a:pt x="445" y="246"/>
                    <a:pt x="443" y="244"/>
                  </a:cubicBezTo>
                  <a:cubicBezTo>
                    <a:pt x="437" y="239"/>
                    <a:pt x="439" y="231"/>
                    <a:pt x="435" y="225"/>
                  </a:cubicBezTo>
                  <a:cubicBezTo>
                    <a:pt x="433" y="222"/>
                    <a:pt x="430" y="219"/>
                    <a:pt x="426" y="217"/>
                  </a:cubicBezTo>
                  <a:cubicBezTo>
                    <a:pt x="424" y="216"/>
                    <a:pt x="419" y="215"/>
                    <a:pt x="417" y="213"/>
                  </a:cubicBezTo>
                  <a:cubicBezTo>
                    <a:pt x="413" y="208"/>
                    <a:pt x="416" y="201"/>
                    <a:pt x="418" y="196"/>
                  </a:cubicBezTo>
                  <a:cubicBezTo>
                    <a:pt x="421" y="190"/>
                    <a:pt x="415" y="185"/>
                    <a:pt x="418" y="178"/>
                  </a:cubicBezTo>
                  <a:cubicBezTo>
                    <a:pt x="419" y="173"/>
                    <a:pt x="424" y="168"/>
                    <a:pt x="416" y="164"/>
                  </a:cubicBezTo>
                  <a:cubicBezTo>
                    <a:pt x="412" y="162"/>
                    <a:pt x="406" y="166"/>
                    <a:pt x="401" y="164"/>
                  </a:cubicBezTo>
                  <a:cubicBezTo>
                    <a:pt x="398" y="163"/>
                    <a:pt x="395" y="158"/>
                    <a:pt x="391" y="158"/>
                  </a:cubicBezTo>
                  <a:cubicBezTo>
                    <a:pt x="388" y="158"/>
                    <a:pt x="385" y="162"/>
                    <a:pt x="382" y="161"/>
                  </a:cubicBezTo>
                  <a:cubicBezTo>
                    <a:pt x="381" y="161"/>
                    <a:pt x="381" y="161"/>
                    <a:pt x="381" y="161"/>
                  </a:cubicBezTo>
                  <a:cubicBezTo>
                    <a:pt x="381" y="159"/>
                    <a:pt x="382" y="157"/>
                    <a:pt x="381" y="155"/>
                  </a:cubicBezTo>
                  <a:cubicBezTo>
                    <a:pt x="377" y="152"/>
                    <a:pt x="375" y="155"/>
                    <a:pt x="374" y="159"/>
                  </a:cubicBezTo>
                  <a:cubicBezTo>
                    <a:pt x="373" y="163"/>
                    <a:pt x="373" y="165"/>
                    <a:pt x="369" y="167"/>
                  </a:cubicBezTo>
                  <a:cubicBezTo>
                    <a:pt x="364" y="170"/>
                    <a:pt x="353" y="169"/>
                    <a:pt x="348" y="167"/>
                  </a:cubicBezTo>
                  <a:cubicBezTo>
                    <a:pt x="346" y="166"/>
                    <a:pt x="343" y="164"/>
                    <a:pt x="344" y="161"/>
                  </a:cubicBezTo>
                  <a:cubicBezTo>
                    <a:pt x="346" y="158"/>
                    <a:pt x="349" y="159"/>
                    <a:pt x="352" y="158"/>
                  </a:cubicBezTo>
                  <a:cubicBezTo>
                    <a:pt x="357" y="157"/>
                    <a:pt x="356" y="155"/>
                    <a:pt x="358" y="151"/>
                  </a:cubicBezTo>
                  <a:cubicBezTo>
                    <a:pt x="361" y="146"/>
                    <a:pt x="364" y="148"/>
                    <a:pt x="369" y="146"/>
                  </a:cubicBezTo>
                  <a:cubicBezTo>
                    <a:pt x="373" y="145"/>
                    <a:pt x="378" y="142"/>
                    <a:pt x="381" y="139"/>
                  </a:cubicBezTo>
                  <a:cubicBezTo>
                    <a:pt x="386" y="135"/>
                    <a:pt x="385" y="130"/>
                    <a:pt x="385" y="124"/>
                  </a:cubicBezTo>
                  <a:cubicBezTo>
                    <a:pt x="384" y="119"/>
                    <a:pt x="385" y="115"/>
                    <a:pt x="382" y="111"/>
                  </a:cubicBezTo>
                  <a:cubicBezTo>
                    <a:pt x="379" y="108"/>
                    <a:pt x="374" y="105"/>
                    <a:pt x="375" y="99"/>
                  </a:cubicBezTo>
                  <a:cubicBezTo>
                    <a:pt x="375" y="97"/>
                    <a:pt x="377" y="94"/>
                    <a:pt x="378" y="92"/>
                  </a:cubicBezTo>
                  <a:cubicBezTo>
                    <a:pt x="379" y="89"/>
                    <a:pt x="380" y="88"/>
                    <a:pt x="378" y="85"/>
                  </a:cubicBezTo>
                  <a:cubicBezTo>
                    <a:pt x="375" y="81"/>
                    <a:pt x="376" y="79"/>
                    <a:pt x="372" y="76"/>
                  </a:cubicBezTo>
                  <a:cubicBezTo>
                    <a:pt x="367" y="73"/>
                    <a:pt x="362" y="72"/>
                    <a:pt x="357" y="69"/>
                  </a:cubicBezTo>
                  <a:cubicBezTo>
                    <a:pt x="346" y="60"/>
                    <a:pt x="346" y="48"/>
                    <a:pt x="337" y="37"/>
                  </a:cubicBezTo>
                  <a:cubicBezTo>
                    <a:pt x="329" y="26"/>
                    <a:pt x="316" y="10"/>
                    <a:pt x="307" y="0"/>
                  </a:cubicBezTo>
                  <a:cubicBezTo>
                    <a:pt x="292" y="7"/>
                    <a:pt x="281" y="12"/>
                    <a:pt x="265" y="18"/>
                  </a:cubicBezTo>
                  <a:cubicBezTo>
                    <a:pt x="259" y="21"/>
                    <a:pt x="256" y="25"/>
                    <a:pt x="253" y="31"/>
                  </a:cubicBezTo>
                  <a:cubicBezTo>
                    <a:pt x="251" y="36"/>
                    <a:pt x="247" y="47"/>
                    <a:pt x="251" y="52"/>
                  </a:cubicBezTo>
                  <a:cubicBezTo>
                    <a:pt x="249" y="57"/>
                    <a:pt x="248" y="63"/>
                    <a:pt x="245" y="68"/>
                  </a:cubicBezTo>
                  <a:cubicBezTo>
                    <a:pt x="244" y="71"/>
                    <a:pt x="241" y="73"/>
                    <a:pt x="239" y="76"/>
                  </a:cubicBezTo>
                  <a:cubicBezTo>
                    <a:pt x="236" y="80"/>
                    <a:pt x="235" y="84"/>
                    <a:pt x="234" y="88"/>
                  </a:cubicBezTo>
                  <a:cubicBezTo>
                    <a:pt x="233" y="94"/>
                    <a:pt x="233" y="101"/>
                    <a:pt x="230" y="108"/>
                  </a:cubicBezTo>
                  <a:cubicBezTo>
                    <a:pt x="226" y="116"/>
                    <a:pt x="218" y="124"/>
                    <a:pt x="211" y="130"/>
                  </a:cubicBezTo>
                  <a:cubicBezTo>
                    <a:pt x="208" y="130"/>
                    <a:pt x="206" y="132"/>
                    <a:pt x="203" y="133"/>
                  </a:cubicBezTo>
                  <a:cubicBezTo>
                    <a:pt x="200" y="134"/>
                    <a:pt x="197" y="135"/>
                    <a:pt x="193" y="135"/>
                  </a:cubicBezTo>
                  <a:cubicBezTo>
                    <a:pt x="189" y="136"/>
                    <a:pt x="187" y="137"/>
                    <a:pt x="184" y="139"/>
                  </a:cubicBezTo>
                  <a:cubicBezTo>
                    <a:pt x="177" y="145"/>
                    <a:pt x="171" y="152"/>
                    <a:pt x="166" y="159"/>
                  </a:cubicBezTo>
                  <a:cubicBezTo>
                    <a:pt x="160" y="165"/>
                    <a:pt x="156" y="171"/>
                    <a:pt x="147" y="173"/>
                  </a:cubicBezTo>
                  <a:cubicBezTo>
                    <a:pt x="141" y="175"/>
                    <a:pt x="135" y="175"/>
                    <a:pt x="128" y="174"/>
                  </a:cubicBezTo>
                  <a:cubicBezTo>
                    <a:pt x="118" y="178"/>
                    <a:pt x="116" y="189"/>
                    <a:pt x="112" y="197"/>
                  </a:cubicBezTo>
                  <a:cubicBezTo>
                    <a:pt x="108" y="205"/>
                    <a:pt x="104" y="208"/>
                    <a:pt x="95" y="210"/>
                  </a:cubicBezTo>
                  <a:cubicBezTo>
                    <a:pt x="86" y="212"/>
                    <a:pt x="81" y="216"/>
                    <a:pt x="73" y="220"/>
                  </a:cubicBezTo>
                  <a:cubicBezTo>
                    <a:pt x="61" y="227"/>
                    <a:pt x="53" y="213"/>
                    <a:pt x="43" y="206"/>
                  </a:cubicBezTo>
                  <a:cubicBezTo>
                    <a:pt x="32" y="204"/>
                    <a:pt x="28" y="210"/>
                    <a:pt x="20" y="214"/>
                  </a:cubicBezTo>
                  <a:cubicBezTo>
                    <a:pt x="19" y="218"/>
                    <a:pt x="18" y="223"/>
                    <a:pt x="14" y="226"/>
                  </a:cubicBezTo>
                  <a:cubicBezTo>
                    <a:pt x="10" y="229"/>
                    <a:pt x="5" y="230"/>
                    <a:pt x="3" y="234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>
                <a:solidFill>
                  <a:schemeClr val="tx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E9955170-DF0F-36F3-2F39-F170328E6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500" y="3810000"/>
              <a:ext cx="1236663" cy="1852612"/>
            </a:xfrm>
            <a:custGeom>
              <a:avLst/>
              <a:gdLst>
                <a:gd name="T0" fmla="*/ 2147483646 w 325"/>
                <a:gd name="T1" fmla="*/ 2147483646 h 486"/>
                <a:gd name="T2" fmla="*/ 2147483646 w 325"/>
                <a:gd name="T3" fmla="*/ 2147483646 h 486"/>
                <a:gd name="T4" fmla="*/ 2147483646 w 325"/>
                <a:gd name="T5" fmla="*/ 2147483646 h 486"/>
                <a:gd name="T6" fmla="*/ 2147483646 w 325"/>
                <a:gd name="T7" fmla="*/ 2147483646 h 486"/>
                <a:gd name="T8" fmla="*/ 2147483646 w 325"/>
                <a:gd name="T9" fmla="*/ 2147483646 h 486"/>
                <a:gd name="T10" fmla="*/ 2147483646 w 325"/>
                <a:gd name="T11" fmla="*/ 2147483646 h 486"/>
                <a:gd name="T12" fmla="*/ 2147483646 w 325"/>
                <a:gd name="T13" fmla="*/ 2147483646 h 486"/>
                <a:gd name="T14" fmla="*/ 2147483646 w 325"/>
                <a:gd name="T15" fmla="*/ 2147483646 h 486"/>
                <a:gd name="T16" fmla="*/ 2147483646 w 325"/>
                <a:gd name="T17" fmla="*/ 2147483646 h 486"/>
                <a:gd name="T18" fmla="*/ 2147483646 w 325"/>
                <a:gd name="T19" fmla="*/ 2147483646 h 486"/>
                <a:gd name="T20" fmla="*/ 2147483646 w 325"/>
                <a:gd name="T21" fmla="*/ 2147483646 h 486"/>
                <a:gd name="T22" fmla="*/ 2147483646 w 325"/>
                <a:gd name="T23" fmla="*/ 2147483646 h 486"/>
                <a:gd name="T24" fmla="*/ 2147483646 w 325"/>
                <a:gd name="T25" fmla="*/ 2147483646 h 486"/>
                <a:gd name="T26" fmla="*/ 2147483646 w 325"/>
                <a:gd name="T27" fmla="*/ 2147483646 h 486"/>
                <a:gd name="T28" fmla="*/ 2147483646 w 325"/>
                <a:gd name="T29" fmla="*/ 2147483646 h 486"/>
                <a:gd name="T30" fmla="*/ 2147483646 w 325"/>
                <a:gd name="T31" fmla="*/ 2147483646 h 486"/>
                <a:gd name="T32" fmla="*/ 2147483646 w 325"/>
                <a:gd name="T33" fmla="*/ 2005280952 h 486"/>
                <a:gd name="T34" fmla="*/ 2147483646 w 325"/>
                <a:gd name="T35" fmla="*/ 1903566454 h 486"/>
                <a:gd name="T36" fmla="*/ 2147483646 w 325"/>
                <a:gd name="T37" fmla="*/ 1714661021 h 486"/>
                <a:gd name="T38" fmla="*/ 2147483646 w 325"/>
                <a:gd name="T39" fmla="*/ 1598411524 h 486"/>
                <a:gd name="T40" fmla="*/ 2147483646 w 325"/>
                <a:gd name="T41" fmla="*/ 1496697026 h 486"/>
                <a:gd name="T42" fmla="*/ 2147483646 w 325"/>
                <a:gd name="T43" fmla="*/ 1467634652 h 486"/>
                <a:gd name="T44" fmla="*/ 2147483646 w 325"/>
                <a:gd name="T45" fmla="*/ 1249666845 h 486"/>
                <a:gd name="T46" fmla="*/ 2147483646 w 325"/>
                <a:gd name="T47" fmla="*/ 1482165839 h 486"/>
                <a:gd name="T48" fmla="*/ 2147483646 w 325"/>
                <a:gd name="T49" fmla="*/ 1554821775 h 486"/>
                <a:gd name="T50" fmla="*/ 2147483646 w 325"/>
                <a:gd name="T51" fmla="*/ 813738855 h 486"/>
                <a:gd name="T52" fmla="*/ 2147483646 w 325"/>
                <a:gd name="T53" fmla="*/ 566708674 h 486"/>
                <a:gd name="T54" fmla="*/ 1983611257 w 325"/>
                <a:gd name="T55" fmla="*/ 523118925 h 486"/>
                <a:gd name="T56" fmla="*/ 1954654317 w 325"/>
                <a:gd name="T57" fmla="*/ 406869428 h 486"/>
                <a:gd name="T58" fmla="*/ 1433414181 w 325"/>
                <a:gd name="T59" fmla="*/ 87187123 h 486"/>
                <a:gd name="T60" fmla="*/ 709467855 w 325"/>
                <a:gd name="T61" fmla="*/ 435931802 h 486"/>
                <a:gd name="T62" fmla="*/ 361973163 w 325"/>
                <a:gd name="T63" fmla="*/ 973578102 h 486"/>
                <a:gd name="T64" fmla="*/ 202706189 w 325"/>
                <a:gd name="T65" fmla="*/ 1264198032 h 486"/>
                <a:gd name="T66" fmla="*/ 57913880 w 325"/>
                <a:gd name="T67" fmla="*/ 1583884149 h 486"/>
                <a:gd name="T68" fmla="*/ 0 w 325"/>
                <a:gd name="T69" fmla="*/ 1685598647 h 486"/>
                <a:gd name="T70" fmla="*/ 43435410 w 325"/>
                <a:gd name="T71" fmla="*/ 1932628828 h 486"/>
                <a:gd name="T72" fmla="*/ 43435410 w 325"/>
                <a:gd name="T73" fmla="*/ 2147483646 h 486"/>
                <a:gd name="T74" fmla="*/ 883213299 w 325"/>
                <a:gd name="T75" fmla="*/ 2005280952 h 486"/>
                <a:gd name="T76" fmla="*/ 1187272582 w 325"/>
                <a:gd name="T77" fmla="*/ 2005280952 h 486"/>
                <a:gd name="T78" fmla="*/ 1650595034 w 325"/>
                <a:gd name="T79" fmla="*/ 1787316957 h 486"/>
                <a:gd name="T80" fmla="*/ 1838822753 w 325"/>
                <a:gd name="T81" fmla="*/ 1598411524 h 486"/>
                <a:gd name="T82" fmla="*/ 1998089727 w 325"/>
                <a:gd name="T83" fmla="*/ 1845441705 h 486"/>
                <a:gd name="T84" fmla="*/ 1824344283 w 325"/>
                <a:gd name="T85" fmla="*/ 1990749765 h 486"/>
                <a:gd name="T86" fmla="*/ 1780905068 w 325"/>
                <a:gd name="T87" fmla="*/ 2147483646 h 486"/>
                <a:gd name="T88" fmla="*/ 1780905068 w 325"/>
                <a:gd name="T89" fmla="*/ 2147483646 h 486"/>
                <a:gd name="T90" fmla="*/ 1940175847 w 325"/>
                <a:gd name="T91" fmla="*/ 2147483646 h 486"/>
                <a:gd name="T92" fmla="*/ 2070485882 w 325"/>
                <a:gd name="T93" fmla="*/ 2147483646 h 486"/>
                <a:gd name="T94" fmla="*/ 2147483646 w 325"/>
                <a:gd name="T95" fmla="*/ 2147483646 h 486"/>
                <a:gd name="T96" fmla="*/ 2147483646 w 325"/>
                <a:gd name="T97" fmla="*/ 2147483646 h 486"/>
                <a:gd name="T98" fmla="*/ 2147483646 w 325"/>
                <a:gd name="T99" fmla="*/ 2147483646 h 486"/>
                <a:gd name="T100" fmla="*/ 2147483646 w 325"/>
                <a:gd name="T101" fmla="*/ 2147483646 h 486"/>
                <a:gd name="T102" fmla="*/ 2147483646 w 325"/>
                <a:gd name="T103" fmla="*/ 2147483646 h 486"/>
                <a:gd name="T104" fmla="*/ 2147483646 w 325"/>
                <a:gd name="T105" fmla="*/ 2147483646 h 486"/>
                <a:gd name="T106" fmla="*/ 2099442821 w 325"/>
                <a:gd name="T107" fmla="*/ 2147483646 h 486"/>
                <a:gd name="T108" fmla="*/ 1737469659 w 325"/>
                <a:gd name="T109" fmla="*/ 2147483646 h 486"/>
                <a:gd name="T110" fmla="*/ 1722991189 w 325"/>
                <a:gd name="T111" fmla="*/ 2147483646 h 486"/>
                <a:gd name="T112" fmla="*/ 1462371121 w 325"/>
                <a:gd name="T113" fmla="*/ 2147483646 h 486"/>
                <a:gd name="T114" fmla="*/ 1751948129 w 325"/>
                <a:gd name="T115" fmla="*/ 2147483646 h 486"/>
                <a:gd name="T116" fmla="*/ 2147483646 w 325"/>
                <a:gd name="T117" fmla="*/ 2147483646 h 486"/>
                <a:gd name="T118" fmla="*/ 2147483646 w 325"/>
                <a:gd name="T119" fmla="*/ 2147483646 h 486"/>
                <a:gd name="T120" fmla="*/ 2147483646 w 325"/>
                <a:gd name="T121" fmla="*/ 2147483646 h 486"/>
                <a:gd name="T122" fmla="*/ 2147483646 w 325"/>
                <a:gd name="T123" fmla="*/ 2147483646 h 48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25" h="486">
                  <a:moveTo>
                    <a:pt x="246" y="459"/>
                  </a:moveTo>
                  <a:cubicBezTo>
                    <a:pt x="249" y="454"/>
                    <a:pt x="253" y="463"/>
                    <a:pt x="257" y="462"/>
                  </a:cubicBezTo>
                  <a:cubicBezTo>
                    <a:pt x="261" y="460"/>
                    <a:pt x="264" y="454"/>
                    <a:pt x="264" y="451"/>
                  </a:cubicBezTo>
                  <a:cubicBezTo>
                    <a:pt x="265" y="444"/>
                    <a:pt x="267" y="439"/>
                    <a:pt x="274" y="435"/>
                  </a:cubicBezTo>
                  <a:cubicBezTo>
                    <a:pt x="279" y="432"/>
                    <a:pt x="285" y="430"/>
                    <a:pt x="288" y="425"/>
                  </a:cubicBezTo>
                  <a:cubicBezTo>
                    <a:pt x="290" y="422"/>
                    <a:pt x="292" y="417"/>
                    <a:pt x="290" y="413"/>
                  </a:cubicBezTo>
                  <a:cubicBezTo>
                    <a:pt x="289" y="411"/>
                    <a:pt x="287" y="411"/>
                    <a:pt x="288" y="409"/>
                  </a:cubicBezTo>
                  <a:cubicBezTo>
                    <a:pt x="289" y="407"/>
                    <a:pt x="293" y="406"/>
                    <a:pt x="294" y="404"/>
                  </a:cubicBezTo>
                  <a:cubicBezTo>
                    <a:pt x="297" y="400"/>
                    <a:pt x="291" y="395"/>
                    <a:pt x="291" y="390"/>
                  </a:cubicBezTo>
                  <a:cubicBezTo>
                    <a:pt x="291" y="382"/>
                    <a:pt x="293" y="374"/>
                    <a:pt x="292" y="366"/>
                  </a:cubicBezTo>
                  <a:cubicBezTo>
                    <a:pt x="291" y="356"/>
                    <a:pt x="291" y="356"/>
                    <a:pt x="291" y="356"/>
                  </a:cubicBezTo>
                  <a:cubicBezTo>
                    <a:pt x="291" y="354"/>
                    <a:pt x="288" y="354"/>
                    <a:pt x="287" y="352"/>
                  </a:cubicBezTo>
                  <a:cubicBezTo>
                    <a:pt x="286" y="351"/>
                    <a:pt x="286" y="348"/>
                    <a:pt x="285" y="347"/>
                  </a:cubicBezTo>
                  <a:cubicBezTo>
                    <a:pt x="282" y="344"/>
                    <a:pt x="279" y="346"/>
                    <a:pt x="275" y="346"/>
                  </a:cubicBezTo>
                  <a:cubicBezTo>
                    <a:pt x="266" y="348"/>
                    <a:pt x="271" y="339"/>
                    <a:pt x="272" y="334"/>
                  </a:cubicBezTo>
                  <a:cubicBezTo>
                    <a:pt x="272" y="329"/>
                    <a:pt x="267" y="326"/>
                    <a:pt x="265" y="323"/>
                  </a:cubicBezTo>
                  <a:cubicBezTo>
                    <a:pt x="263" y="321"/>
                    <a:pt x="261" y="319"/>
                    <a:pt x="258" y="316"/>
                  </a:cubicBezTo>
                  <a:cubicBezTo>
                    <a:pt x="251" y="309"/>
                    <a:pt x="265" y="313"/>
                    <a:pt x="269" y="312"/>
                  </a:cubicBezTo>
                  <a:cubicBezTo>
                    <a:pt x="280" y="311"/>
                    <a:pt x="266" y="302"/>
                    <a:pt x="269" y="297"/>
                  </a:cubicBezTo>
                  <a:cubicBezTo>
                    <a:pt x="272" y="293"/>
                    <a:pt x="279" y="299"/>
                    <a:pt x="283" y="299"/>
                  </a:cubicBezTo>
                  <a:cubicBezTo>
                    <a:pt x="291" y="297"/>
                    <a:pt x="294" y="286"/>
                    <a:pt x="289" y="281"/>
                  </a:cubicBezTo>
                  <a:cubicBezTo>
                    <a:pt x="288" y="279"/>
                    <a:pt x="285" y="278"/>
                    <a:pt x="284" y="275"/>
                  </a:cubicBezTo>
                  <a:cubicBezTo>
                    <a:pt x="282" y="271"/>
                    <a:pt x="286" y="263"/>
                    <a:pt x="287" y="258"/>
                  </a:cubicBezTo>
                  <a:cubicBezTo>
                    <a:pt x="283" y="255"/>
                    <a:pt x="280" y="252"/>
                    <a:pt x="280" y="247"/>
                  </a:cubicBezTo>
                  <a:cubicBezTo>
                    <a:pt x="280" y="243"/>
                    <a:pt x="283" y="240"/>
                    <a:pt x="285" y="236"/>
                  </a:cubicBezTo>
                  <a:cubicBezTo>
                    <a:pt x="287" y="232"/>
                    <a:pt x="288" y="227"/>
                    <a:pt x="290" y="222"/>
                  </a:cubicBezTo>
                  <a:cubicBezTo>
                    <a:pt x="292" y="217"/>
                    <a:pt x="295" y="212"/>
                    <a:pt x="299" y="208"/>
                  </a:cubicBezTo>
                  <a:cubicBezTo>
                    <a:pt x="302" y="203"/>
                    <a:pt x="304" y="199"/>
                    <a:pt x="308" y="194"/>
                  </a:cubicBezTo>
                  <a:cubicBezTo>
                    <a:pt x="311" y="190"/>
                    <a:pt x="315" y="186"/>
                    <a:pt x="318" y="182"/>
                  </a:cubicBezTo>
                  <a:cubicBezTo>
                    <a:pt x="321" y="176"/>
                    <a:pt x="314" y="171"/>
                    <a:pt x="309" y="168"/>
                  </a:cubicBezTo>
                  <a:cubicBezTo>
                    <a:pt x="306" y="166"/>
                    <a:pt x="303" y="166"/>
                    <a:pt x="300" y="163"/>
                  </a:cubicBezTo>
                  <a:cubicBezTo>
                    <a:pt x="297" y="161"/>
                    <a:pt x="295" y="159"/>
                    <a:pt x="291" y="157"/>
                  </a:cubicBezTo>
                  <a:cubicBezTo>
                    <a:pt x="285" y="154"/>
                    <a:pt x="287" y="153"/>
                    <a:pt x="288" y="147"/>
                  </a:cubicBezTo>
                  <a:cubicBezTo>
                    <a:pt x="289" y="143"/>
                    <a:pt x="288" y="142"/>
                    <a:pt x="291" y="138"/>
                  </a:cubicBezTo>
                  <a:cubicBezTo>
                    <a:pt x="292" y="136"/>
                    <a:pt x="297" y="133"/>
                    <a:pt x="299" y="131"/>
                  </a:cubicBezTo>
                  <a:cubicBezTo>
                    <a:pt x="303" y="128"/>
                    <a:pt x="306" y="130"/>
                    <a:pt x="310" y="131"/>
                  </a:cubicBezTo>
                  <a:cubicBezTo>
                    <a:pt x="314" y="133"/>
                    <a:pt x="316" y="133"/>
                    <a:pt x="319" y="130"/>
                  </a:cubicBezTo>
                  <a:cubicBezTo>
                    <a:pt x="321" y="127"/>
                    <a:pt x="325" y="121"/>
                    <a:pt x="323" y="118"/>
                  </a:cubicBezTo>
                  <a:cubicBezTo>
                    <a:pt x="322" y="115"/>
                    <a:pt x="313" y="116"/>
                    <a:pt x="311" y="115"/>
                  </a:cubicBezTo>
                  <a:cubicBezTo>
                    <a:pt x="308" y="114"/>
                    <a:pt x="306" y="112"/>
                    <a:pt x="303" y="110"/>
                  </a:cubicBezTo>
                  <a:cubicBezTo>
                    <a:pt x="299" y="109"/>
                    <a:pt x="295" y="109"/>
                    <a:pt x="292" y="107"/>
                  </a:cubicBezTo>
                  <a:cubicBezTo>
                    <a:pt x="289" y="106"/>
                    <a:pt x="285" y="105"/>
                    <a:pt x="282" y="103"/>
                  </a:cubicBezTo>
                  <a:cubicBezTo>
                    <a:pt x="281" y="102"/>
                    <a:pt x="279" y="99"/>
                    <a:pt x="277" y="99"/>
                  </a:cubicBezTo>
                  <a:cubicBezTo>
                    <a:pt x="274" y="99"/>
                    <a:pt x="270" y="100"/>
                    <a:pt x="267" y="101"/>
                  </a:cubicBezTo>
                  <a:cubicBezTo>
                    <a:pt x="256" y="104"/>
                    <a:pt x="249" y="95"/>
                    <a:pt x="245" y="87"/>
                  </a:cubicBezTo>
                  <a:cubicBezTo>
                    <a:pt x="241" y="81"/>
                    <a:pt x="237" y="84"/>
                    <a:pt x="232" y="86"/>
                  </a:cubicBezTo>
                  <a:cubicBezTo>
                    <a:pt x="226" y="89"/>
                    <a:pt x="222" y="87"/>
                    <a:pt x="217" y="88"/>
                  </a:cubicBezTo>
                  <a:cubicBezTo>
                    <a:pt x="209" y="90"/>
                    <a:pt x="213" y="98"/>
                    <a:pt x="207" y="102"/>
                  </a:cubicBezTo>
                  <a:cubicBezTo>
                    <a:pt x="202" y="105"/>
                    <a:pt x="196" y="100"/>
                    <a:pt x="190" y="104"/>
                  </a:cubicBezTo>
                  <a:cubicBezTo>
                    <a:pt x="188" y="106"/>
                    <a:pt x="187" y="109"/>
                    <a:pt x="184" y="107"/>
                  </a:cubicBezTo>
                  <a:cubicBezTo>
                    <a:pt x="180" y="105"/>
                    <a:pt x="178" y="95"/>
                    <a:pt x="177" y="92"/>
                  </a:cubicBezTo>
                  <a:cubicBezTo>
                    <a:pt x="173" y="83"/>
                    <a:pt x="159" y="66"/>
                    <a:pt x="168" y="56"/>
                  </a:cubicBezTo>
                  <a:cubicBezTo>
                    <a:pt x="171" y="52"/>
                    <a:pt x="170" y="51"/>
                    <a:pt x="167" y="47"/>
                  </a:cubicBezTo>
                  <a:cubicBezTo>
                    <a:pt x="163" y="43"/>
                    <a:pt x="160" y="42"/>
                    <a:pt x="156" y="39"/>
                  </a:cubicBezTo>
                  <a:cubicBezTo>
                    <a:pt x="153" y="36"/>
                    <a:pt x="154" y="28"/>
                    <a:pt x="149" y="28"/>
                  </a:cubicBezTo>
                  <a:cubicBezTo>
                    <a:pt x="144" y="27"/>
                    <a:pt x="141" y="35"/>
                    <a:pt x="137" y="36"/>
                  </a:cubicBezTo>
                  <a:cubicBezTo>
                    <a:pt x="134" y="37"/>
                    <a:pt x="130" y="37"/>
                    <a:pt x="130" y="35"/>
                  </a:cubicBezTo>
                  <a:cubicBezTo>
                    <a:pt x="129" y="32"/>
                    <a:pt x="133" y="29"/>
                    <a:pt x="135" y="28"/>
                  </a:cubicBezTo>
                  <a:cubicBezTo>
                    <a:pt x="142" y="23"/>
                    <a:pt x="144" y="21"/>
                    <a:pt x="147" y="13"/>
                  </a:cubicBezTo>
                  <a:cubicBezTo>
                    <a:pt x="128" y="22"/>
                    <a:pt x="115" y="13"/>
                    <a:pt x="99" y="6"/>
                  </a:cubicBezTo>
                  <a:cubicBezTo>
                    <a:pt x="85" y="0"/>
                    <a:pt x="67" y="10"/>
                    <a:pt x="58" y="20"/>
                  </a:cubicBezTo>
                  <a:cubicBezTo>
                    <a:pt x="54" y="23"/>
                    <a:pt x="52" y="27"/>
                    <a:pt x="49" y="30"/>
                  </a:cubicBezTo>
                  <a:cubicBezTo>
                    <a:pt x="46" y="34"/>
                    <a:pt x="42" y="36"/>
                    <a:pt x="38" y="40"/>
                  </a:cubicBezTo>
                  <a:cubicBezTo>
                    <a:pt x="31" y="47"/>
                    <a:pt x="27" y="57"/>
                    <a:pt x="25" y="67"/>
                  </a:cubicBezTo>
                  <a:cubicBezTo>
                    <a:pt x="24" y="71"/>
                    <a:pt x="22" y="73"/>
                    <a:pt x="19" y="76"/>
                  </a:cubicBezTo>
                  <a:cubicBezTo>
                    <a:pt x="16" y="79"/>
                    <a:pt x="15" y="82"/>
                    <a:pt x="14" y="87"/>
                  </a:cubicBezTo>
                  <a:cubicBezTo>
                    <a:pt x="13" y="95"/>
                    <a:pt x="4" y="101"/>
                    <a:pt x="0" y="108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20"/>
                    <a:pt x="0" y="124"/>
                    <a:pt x="1" y="128"/>
                  </a:cubicBezTo>
                  <a:cubicBezTo>
                    <a:pt x="1" y="130"/>
                    <a:pt x="2" y="131"/>
                    <a:pt x="3" y="133"/>
                  </a:cubicBezTo>
                  <a:cubicBezTo>
                    <a:pt x="4" y="136"/>
                    <a:pt x="4" y="139"/>
                    <a:pt x="5" y="141"/>
                  </a:cubicBezTo>
                  <a:cubicBezTo>
                    <a:pt x="3" y="148"/>
                    <a:pt x="3" y="148"/>
                    <a:pt x="3" y="148"/>
                  </a:cubicBezTo>
                  <a:cubicBezTo>
                    <a:pt x="14" y="146"/>
                    <a:pt x="22" y="141"/>
                    <a:pt x="33" y="138"/>
                  </a:cubicBezTo>
                  <a:cubicBezTo>
                    <a:pt x="40" y="136"/>
                    <a:pt x="54" y="133"/>
                    <a:pt x="61" y="138"/>
                  </a:cubicBezTo>
                  <a:cubicBezTo>
                    <a:pt x="65" y="142"/>
                    <a:pt x="66" y="145"/>
                    <a:pt x="73" y="142"/>
                  </a:cubicBezTo>
                  <a:cubicBezTo>
                    <a:pt x="76" y="141"/>
                    <a:pt x="79" y="139"/>
                    <a:pt x="82" y="138"/>
                  </a:cubicBezTo>
                  <a:cubicBezTo>
                    <a:pt x="86" y="137"/>
                    <a:pt x="94" y="141"/>
                    <a:pt x="98" y="138"/>
                  </a:cubicBezTo>
                  <a:cubicBezTo>
                    <a:pt x="105" y="132"/>
                    <a:pt x="104" y="125"/>
                    <a:pt x="114" y="123"/>
                  </a:cubicBezTo>
                  <a:cubicBezTo>
                    <a:pt x="119" y="122"/>
                    <a:pt x="119" y="121"/>
                    <a:pt x="122" y="118"/>
                  </a:cubicBezTo>
                  <a:cubicBezTo>
                    <a:pt x="124" y="115"/>
                    <a:pt x="125" y="112"/>
                    <a:pt x="127" y="110"/>
                  </a:cubicBezTo>
                  <a:cubicBezTo>
                    <a:pt x="132" y="104"/>
                    <a:pt x="135" y="101"/>
                    <a:pt x="140" y="108"/>
                  </a:cubicBezTo>
                  <a:cubicBezTo>
                    <a:pt x="145" y="113"/>
                    <a:pt x="146" y="123"/>
                    <a:pt x="138" y="127"/>
                  </a:cubicBezTo>
                  <a:cubicBezTo>
                    <a:pt x="136" y="128"/>
                    <a:pt x="132" y="127"/>
                    <a:pt x="130" y="129"/>
                  </a:cubicBezTo>
                  <a:cubicBezTo>
                    <a:pt x="127" y="130"/>
                    <a:pt x="127" y="135"/>
                    <a:pt x="126" y="137"/>
                  </a:cubicBezTo>
                  <a:cubicBezTo>
                    <a:pt x="124" y="140"/>
                    <a:pt x="118" y="143"/>
                    <a:pt x="118" y="146"/>
                  </a:cubicBezTo>
                  <a:cubicBezTo>
                    <a:pt x="117" y="150"/>
                    <a:pt x="120" y="150"/>
                    <a:pt x="123" y="152"/>
                  </a:cubicBezTo>
                  <a:cubicBezTo>
                    <a:pt x="127" y="155"/>
                    <a:pt x="129" y="155"/>
                    <a:pt x="128" y="160"/>
                  </a:cubicBezTo>
                  <a:cubicBezTo>
                    <a:pt x="127" y="163"/>
                    <a:pt x="126" y="165"/>
                    <a:pt x="123" y="167"/>
                  </a:cubicBezTo>
                  <a:cubicBezTo>
                    <a:pt x="118" y="172"/>
                    <a:pt x="114" y="178"/>
                    <a:pt x="123" y="183"/>
                  </a:cubicBezTo>
                  <a:cubicBezTo>
                    <a:pt x="126" y="185"/>
                    <a:pt x="130" y="186"/>
                    <a:pt x="134" y="188"/>
                  </a:cubicBezTo>
                  <a:cubicBezTo>
                    <a:pt x="135" y="189"/>
                    <a:pt x="138" y="189"/>
                    <a:pt x="140" y="190"/>
                  </a:cubicBezTo>
                  <a:cubicBezTo>
                    <a:pt x="142" y="192"/>
                    <a:pt x="142" y="193"/>
                    <a:pt x="143" y="195"/>
                  </a:cubicBezTo>
                  <a:cubicBezTo>
                    <a:pt x="146" y="201"/>
                    <a:pt x="151" y="205"/>
                    <a:pt x="153" y="211"/>
                  </a:cubicBezTo>
                  <a:cubicBezTo>
                    <a:pt x="156" y="219"/>
                    <a:pt x="167" y="216"/>
                    <a:pt x="170" y="224"/>
                  </a:cubicBezTo>
                  <a:cubicBezTo>
                    <a:pt x="170" y="226"/>
                    <a:pt x="168" y="230"/>
                    <a:pt x="167" y="233"/>
                  </a:cubicBezTo>
                  <a:cubicBezTo>
                    <a:pt x="165" y="237"/>
                    <a:pt x="164" y="240"/>
                    <a:pt x="164" y="245"/>
                  </a:cubicBezTo>
                  <a:cubicBezTo>
                    <a:pt x="164" y="257"/>
                    <a:pt x="176" y="250"/>
                    <a:pt x="181" y="258"/>
                  </a:cubicBezTo>
                  <a:cubicBezTo>
                    <a:pt x="184" y="263"/>
                    <a:pt x="173" y="268"/>
                    <a:pt x="171" y="272"/>
                  </a:cubicBezTo>
                  <a:cubicBezTo>
                    <a:pt x="164" y="281"/>
                    <a:pt x="176" y="279"/>
                    <a:pt x="180" y="281"/>
                  </a:cubicBezTo>
                  <a:cubicBezTo>
                    <a:pt x="184" y="284"/>
                    <a:pt x="179" y="285"/>
                    <a:pt x="178" y="288"/>
                  </a:cubicBezTo>
                  <a:cubicBezTo>
                    <a:pt x="178" y="292"/>
                    <a:pt x="183" y="293"/>
                    <a:pt x="185" y="296"/>
                  </a:cubicBezTo>
                  <a:cubicBezTo>
                    <a:pt x="183" y="299"/>
                    <a:pt x="178" y="302"/>
                    <a:pt x="175" y="304"/>
                  </a:cubicBezTo>
                  <a:cubicBezTo>
                    <a:pt x="171" y="306"/>
                    <a:pt x="168" y="308"/>
                    <a:pt x="165" y="311"/>
                  </a:cubicBezTo>
                  <a:cubicBezTo>
                    <a:pt x="163" y="312"/>
                    <a:pt x="161" y="316"/>
                    <a:pt x="158" y="316"/>
                  </a:cubicBezTo>
                  <a:cubicBezTo>
                    <a:pt x="155" y="316"/>
                    <a:pt x="143" y="296"/>
                    <a:pt x="141" y="305"/>
                  </a:cubicBezTo>
                  <a:cubicBezTo>
                    <a:pt x="141" y="310"/>
                    <a:pt x="146" y="315"/>
                    <a:pt x="145" y="320"/>
                  </a:cubicBezTo>
                  <a:cubicBezTo>
                    <a:pt x="144" y="325"/>
                    <a:pt x="137" y="325"/>
                    <a:pt x="132" y="325"/>
                  </a:cubicBezTo>
                  <a:cubicBezTo>
                    <a:pt x="129" y="326"/>
                    <a:pt x="122" y="324"/>
                    <a:pt x="120" y="328"/>
                  </a:cubicBezTo>
                  <a:cubicBezTo>
                    <a:pt x="115" y="335"/>
                    <a:pt x="126" y="337"/>
                    <a:pt x="130" y="339"/>
                  </a:cubicBezTo>
                  <a:cubicBezTo>
                    <a:pt x="133" y="343"/>
                    <a:pt x="122" y="349"/>
                    <a:pt x="119" y="352"/>
                  </a:cubicBezTo>
                  <a:cubicBezTo>
                    <a:pt x="116" y="355"/>
                    <a:pt x="114" y="358"/>
                    <a:pt x="110" y="362"/>
                  </a:cubicBezTo>
                  <a:cubicBezTo>
                    <a:pt x="107" y="365"/>
                    <a:pt x="103" y="366"/>
                    <a:pt x="101" y="371"/>
                  </a:cubicBezTo>
                  <a:cubicBezTo>
                    <a:pt x="104" y="376"/>
                    <a:pt x="107" y="380"/>
                    <a:pt x="109" y="385"/>
                  </a:cubicBezTo>
                  <a:cubicBezTo>
                    <a:pt x="121" y="384"/>
                    <a:pt x="121" y="384"/>
                    <a:pt x="121" y="384"/>
                  </a:cubicBezTo>
                  <a:cubicBezTo>
                    <a:pt x="126" y="389"/>
                    <a:pt x="130" y="390"/>
                    <a:pt x="137" y="390"/>
                  </a:cubicBezTo>
                  <a:cubicBezTo>
                    <a:pt x="143" y="397"/>
                    <a:pt x="149" y="404"/>
                    <a:pt x="156" y="410"/>
                  </a:cubicBezTo>
                  <a:cubicBezTo>
                    <a:pt x="162" y="415"/>
                    <a:pt x="164" y="421"/>
                    <a:pt x="169" y="427"/>
                  </a:cubicBezTo>
                  <a:cubicBezTo>
                    <a:pt x="172" y="433"/>
                    <a:pt x="179" y="436"/>
                    <a:pt x="183" y="441"/>
                  </a:cubicBezTo>
                  <a:cubicBezTo>
                    <a:pt x="189" y="448"/>
                    <a:pt x="195" y="454"/>
                    <a:pt x="200" y="461"/>
                  </a:cubicBezTo>
                  <a:cubicBezTo>
                    <a:pt x="210" y="460"/>
                    <a:pt x="210" y="460"/>
                    <a:pt x="210" y="460"/>
                  </a:cubicBezTo>
                  <a:cubicBezTo>
                    <a:pt x="216" y="462"/>
                    <a:pt x="222" y="468"/>
                    <a:pt x="228" y="472"/>
                  </a:cubicBezTo>
                  <a:cubicBezTo>
                    <a:pt x="234" y="476"/>
                    <a:pt x="239" y="479"/>
                    <a:pt x="242" y="486"/>
                  </a:cubicBezTo>
                  <a:cubicBezTo>
                    <a:pt x="248" y="476"/>
                    <a:pt x="242" y="465"/>
                    <a:pt x="246" y="459"/>
                  </a:cubicBezTo>
                  <a:close/>
                </a:path>
              </a:pathLst>
            </a:custGeom>
            <a:solidFill>
              <a:schemeClr val="accent4">
                <a:lumMod val="9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3F2C4188-EE72-44D6-B3BA-E133C1E27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0450" y="2820988"/>
              <a:ext cx="3140075" cy="1179512"/>
            </a:xfrm>
            <a:custGeom>
              <a:avLst/>
              <a:gdLst>
                <a:gd name="T0" fmla="*/ 2147483646 w 825"/>
                <a:gd name="T1" fmla="*/ 2147483646 h 310"/>
                <a:gd name="T2" fmla="*/ 2147483646 w 825"/>
                <a:gd name="T3" fmla="*/ 1968883284 h 310"/>
                <a:gd name="T4" fmla="*/ 2147483646 w 825"/>
                <a:gd name="T5" fmla="*/ 1766205074 h 310"/>
                <a:gd name="T6" fmla="*/ 2147483646 w 825"/>
                <a:gd name="T7" fmla="*/ 1158166638 h 310"/>
                <a:gd name="T8" fmla="*/ 2147483646 w 825"/>
                <a:gd name="T9" fmla="*/ 608038436 h 310"/>
                <a:gd name="T10" fmla="*/ 2147483646 w 825"/>
                <a:gd name="T11" fmla="*/ 347449991 h 310"/>
                <a:gd name="T12" fmla="*/ 2147483646 w 825"/>
                <a:gd name="T13" fmla="*/ 550128202 h 310"/>
                <a:gd name="T14" fmla="*/ 2147483646 w 825"/>
                <a:gd name="T15" fmla="*/ 304017316 h 310"/>
                <a:gd name="T16" fmla="*/ 2147483646 w 825"/>
                <a:gd name="T17" fmla="*/ 115816664 h 310"/>
                <a:gd name="T18" fmla="*/ 2147483646 w 825"/>
                <a:gd name="T19" fmla="*/ 173726898 h 310"/>
                <a:gd name="T20" fmla="*/ 2147483646 w 825"/>
                <a:gd name="T21" fmla="*/ 188200652 h 310"/>
                <a:gd name="T22" fmla="*/ 2147483646 w 825"/>
                <a:gd name="T23" fmla="*/ 130294222 h 310"/>
                <a:gd name="T24" fmla="*/ 2147483646 w 825"/>
                <a:gd name="T25" fmla="*/ 0 h 310"/>
                <a:gd name="T26" fmla="*/ 2147483646 w 825"/>
                <a:gd name="T27" fmla="*/ 260588445 h 310"/>
                <a:gd name="T28" fmla="*/ 2147483646 w 825"/>
                <a:gd name="T29" fmla="*/ 159249340 h 310"/>
                <a:gd name="T30" fmla="*/ 2147483646 w 825"/>
                <a:gd name="T31" fmla="*/ 521176889 h 310"/>
                <a:gd name="T32" fmla="*/ 2147483646 w 825"/>
                <a:gd name="T33" fmla="*/ 709377541 h 310"/>
                <a:gd name="T34" fmla="*/ 2147483646 w 825"/>
                <a:gd name="T35" fmla="*/ 984443544 h 310"/>
                <a:gd name="T36" fmla="*/ 2147483646 w 825"/>
                <a:gd name="T37" fmla="*/ 781761529 h 310"/>
                <a:gd name="T38" fmla="*/ 2147483646 w 825"/>
                <a:gd name="T39" fmla="*/ 608038436 h 310"/>
                <a:gd name="T40" fmla="*/ 2147483646 w 825"/>
                <a:gd name="T41" fmla="*/ 564605760 h 310"/>
                <a:gd name="T42" fmla="*/ 2147483646 w 825"/>
                <a:gd name="T43" fmla="*/ 347449991 h 310"/>
                <a:gd name="T44" fmla="*/ 2147483646 w 825"/>
                <a:gd name="T45" fmla="*/ 173726898 h 310"/>
                <a:gd name="T46" fmla="*/ 2147483646 w 825"/>
                <a:gd name="T47" fmla="*/ 304017316 h 310"/>
                <a:gd name="T48" fmla="*/ 2147483646 w 825"/>
                <a:gd name="T49" fmla="*/ 304017316 h 310"/>
                <a:gd name="T50" fmla="*/ 2147483646 w 825"/>
                <a:gd name="T51" fmla="*/ 463266655 h 310"/>
                <a:gd name="T52" fmla="*/ 2147483646 w 825"/>
                <a:gd name="T53" fmla="*/ 260588445 h 310"/>
                <a:gd name="T54" fmla="*/ 2147483646 w 825"/>
                <a:gd name="T55" fmla="*/ 332972433 h 310"/>
                <a:gd name="T56" fmla="*/ 2147483646 w 825"/>
                <a:gd name="T57" fmla="*/ 347449991 h 310"/>
                <a:gd name="T58" fmla="*/ 2147483646 w 825"/>
                <a:gd name="T59" fmla="*/ 419833979 h 310"/>
                <a:gd name="T60" fmla="*/ 1970204852 w 825"/>
                <a:gd name="T61" fmla="*/ 347449991 h 310"/>
                <a:gd name="T62" fmla="*/ 1926742408 w 825"/>
                <a:gd name="T63" fmla="*/ 752810217 h 310"/>
                <a:gd name="T64" fmla="*/ 1289322407 w 825"/>
                <a:gd name="T65" fmla="*/ 897578193 h 310"/>
                <a:gd name="T66" fmla="*/ 970614310 w 825"/>
                <a:gd name="T67" fmla="*/ 1404277524 h 310"/>
                <a:gd name="T68" fmla="*/ 883693228 w 825"/>
                <a:gd name="T69" fmla="*/ 1780682632 h 310"/>
                <a:gd name="T70" fmla="*/ 217300802 w 825"/>
                <a:gd name="T71" fmla="*/ 1418755082 h 310"/>
                <a:gd name="T72" fmla="*/ 376656754 w 825"/>
                <a:gd name="T73" fmla="*/ 2147483646 h 310"/>
                <a:gd name="T74" fmla="*/ 637420000 w 825"/>
                <a:gd name="T75" fmla="*/ 2147483646 h 310"/>
                <a:gd name="T76" fmla="*/ 767799721 w 825"/>
                <a:gd name="T77" fmla="*/ 2147483646 h 310"/>
                <a:gd name="T78" fmla="*/ 1332784851 w 825"/>
                <a:gd name="T79" fmla="*/ 2147483646 h 310"/>
                <a:gd name="T80" fmla="*/ 1868797557 w 825"/>
                <a:gd name="T81" fmla="*/ 2147483646 h 310"/>
                <a:gd name="T82" fmla="*/ 2147483646 w 825"/>
                <a:gd name="T83" fmla="*/ 2147483646 h 310"/>
                <a:gd name="T84" fmla="*/ 2147483646 w 825"/>
                <a:gd name="T85" fmla="*/ 2147483646 h 310"/>
                <a:gd name="T86" fmla="*/ 2147483646 w 825"/>
                <a:gd name="T87" fmla="*/ 2147483646 h 310"/>
                <a:gd name="T88" fmla="*/ 2147483646 w 825"/>
                <a:gd name="T89" fmla="*/ 2147483646 h 310"/>
                <a:gd name="T90" fmla="*/ 2147483646 w 825"/>
                <a:gd name="T91" fmla="*/ 2147483646 h 310"/>
                <a:gd name="T92" fmla="*/ 2147483646 w 825"/>
                <a:gd name="T93" fmla="*/ 2147483646 h 310"/>
                <a:gd name="T94" fmla="*/ 2147483646 w 825"/>
                <a:gd name="T95" fmla="*/ 2147483646 h 310"/>
                <a:gd name="T96" fmla="*/ 2147483646 w 825"/>
                <a:gd name="T97" fmla="*/ 2147483646 h 310"/>
                <a:gd name="T98" fmla="*/ 2147483646 w 825"/>
                <a:gd name="T99" fmla="*/ 2147483646 h 310"/>
                <a:gd name="T100" fmla="*/ 2147483646 w 825"/>
                <a:gd name="T101" fmla="*/ 2147483646 h 310"/>
                <a:gd name="T102" fmla="*/ 2147483646 w 825"/>
                <a:gd name="T103" fmla="*/ 2147483646 h 310"/>
                <a:gd name="T104" fmla="*/ 2147483646 w 825"/>
                <a:gd name="T105" fmla="*/ 2147483646 h 310"/>
                <a:gd name="T106" fmla="*/ 2147483646 w 825"/>
                <a:gd name="T107" fmla="*/ 2147483646 h 310"/>
                <a:gd name="T108" fmla="*/ 2147483646 w 825"/>
                <a:gd name="T109" fmla="*/ 2147483646 h 310"/>
                <a:gd name="T110" fmla="*/ 2147483646 w 825"/>
                <a:gd name="T111" fmla="*/ 2147483646 h 31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825" h="310">
                  <a:moveTo>
                    <a:pt x="825" y="165"/>
                  </a:moveTo>
                  <a:cubicBezTo>
                    <a:pt x="825" y="163"/>
                    <a:pt x="825" y="163"/>
                    <a:pt x="825" y="163"/>
                  </a:cubicBezTo>
                  <a:cubicBezTo>
                    <a:pt x="822" y="159"/>
                    <a:pt x="808" y="158"/>
                    <a:pt x="805" y="162"/>
                  </a:cubicBezTo>
                  <a:cubicBezTo>
                    <a:pt x="802" y="161"/>
                    <a:pt x="798" y="158"/>
                    <a:pt x="796" y="156"/>
                  </a:cubicBezTo>
                  <a:cubicBezTo>
                    <a:pt x="790" y="156"/>
                    <a:pt x="783" y="158"/>
                    <a:pt x="778" y="154"/>
                  </a:cubicBezTo>
                  <a:cubicBezTo>
                    <a:pt x="776" y="152"/>
                    <a:pt x="775" y="148"/>
                    <a:pt x="773" y="145"/>
                  </a:cubicBezTo>
                  <a:cubicBezTo>
                    <a:pt x="771" y="142"/>
                    <a:pt x="769" y="140"/>
                    <a:pt x="767" y="137"/>
                  </a:cubicBezTo>
                  <a:cubicBezTo>
                    <a:pt x="756" y="137"/>
                    <a:pt x="756" y="137"/>
                    <a:pt x="756" y="137"/>
                  </a:cubicBezTo>
                  <a:cubicBezTo>
                    <a:pt x="750" y="141"/>
                    <a:pt x="750" y="141"/>
                    <a:pt x="750" y="141"/>
                  </a:cubicBezTo>
                  <a:cubicBezTo>
                    <a:pt x="745" y="139"/>
                    <a:pt x="740" y="137"/>
                    <a:pt x="735" y="136"/>
                  </a:cubicBezTo>
                  <a:cubicBezTo>
                    <a:pt x="732" y="135"/>
                    <a:pt x="727" y="136"/>
                    <a:pt x="724" y="134"/>
                  </a:cubicBezTo>
                  <a:cubicBezTo>
                    <a:pt x="724" y="131"/>
                    <a:pt x="727" y="126"/>
                    <a:pt x="725" y="123"/>
                  </a:cubicBezTo>
                  <a:cubicBezTo>
                    <a:pt x="724" y="122"/>
                    <a:pt x="722" y="120"/>
                    <a:pt x="720" y="120"/>
                  </a:cubicBezTo>
                  <a:cubicBezTo>
                    <a:pt x="717" y="121"/>
                    <a:pt x="706" y="126"/>
                    <a:pt x="703" y="127"/>
                  </a:cubicBezTo>
                  <a:cubicBezTo>
                    <a:pt x="701" y="123"/>
                    <a:pt x="694" y="122"/>
                    <a:pt x="690" y="122"/>
                  </a:cubicBezTo>
                  <a:cubicBezTo>
                    <a:pt x="687" y="115"/>
                    <a:pt x="687" y="115"/>
                    <a:pt x="687" y="115"/>
                  </a:cubicBezTo>
                  <a:cubicBezTo>
                    <a:pt x="678" y="115"/>
                    <a:pt x="678" y="115"/>
                    <a:pt x="678" y="115"/>
                  </a:cubicBezTo>
                  <a:cubicBezTo>
                    <a:pt x="673" y="110"/>
                    <a:pt x="662" y="112"/>
                    <a:pt x="657" y="106"/>
                  </a:cubicBezTo>
                  <a:cubicBezTo>
                    <a:pt x="654" y="100"/>
                    <a:pt x="659" y="85"/>
                    <a:pt x="657" y="81"/>
                  </a:cubicBezTo>
                  <a:cubicBezTo>
                    <a:pt x="656" y="80"/>
                    <a:pt x="656" y="80"/>
                    <a:pt x="656" y="80"/>
                  </a:cubicBezTo>
                  <a:cubicBezTo>
                    <a:pt x="655" y="78"/>
                    <a:pt x="655" y="78"/>
                    <a:pt x="655" y="78"/>
                  </a:cubicBezTo>
                  <a:cubicBezTo>
                    <a:pt x="659" y="73"/>
                    <a:pt x="649" y="67"/>
                    <a:pt x="646" y="64"/>
                  </a:cubicBezTo>
                  <a:cubicBezTo>
                    <a:pt x="643" y="61"/>
                    <a:pt x="641" y="58"/>
                    <a:pt x="640" y="54"/>
                  </a:cubicBezTo>
                  <a:cubicBezTo>
                    <a:pt x="638" y="51"/>
                    <a:pt x="638" y="47"/>
                    <a:pt x="635" y="44"/>
                  </a:cubicBezTo>
                  <a:cubicBezTo>
                    <a:pt x="632" y="42"/>
                    <a:pt x="632" y="42"/>
                    <a:pt x="632" y="42"/>
                  </a:cubicBezTo>
                  <a:cubicBezTo>
                    <a:pt x="627" y="43"/>
                    <a:pt x="627" y="43"/>
                    <a:pt x="627" y="43"/>
                  </a:cubicBezTo>
                  <a:cubicBezTo>
                    <a:pt x="624" y="40"/>
                    <a:pt x="620" y="40"/>
                    <a:pt x="616" y="40"/>
                  </a:cubicBezTo>
                  <a:cubicBezTo>
                    <a:pt x="614" y="38"/>
                    <a:pt x="612" y="36"/>
                    <a:pt x="612" y="34"/>
                  </a:cubicBezTo>
                  <a:cubicBezTo>
                    <a:pt x="610" y="33"/>
                    <a:pt x="605" y="32"/>
                    <a:pt x="603" y="32"/>
                  </a:cubicBezTo>
                  <a:cubicBezTo>
                    <a:pt x="602" y="29"/>
                    <a:pt x="600" y="26"/>
                    <a:pt x="598" y="24"/>
                  </a:cubicBezTo>
                  <a:cubicBezTo>
                    <a:pt x="596" y="24"/>
                    <a:pt x="596" y="24"/>
                    <a:pt x="596" y="24"/>
                  </a:cubicBezTo>
                  <a:cubicBezTo>
                    <a:pt x="593" y="26"/>
                    <a:pt x="589" y="27"/>
                    <a:pt x="586" y="29"/>
                  </a:cubicBezTo>
                  <a:cubicBezTo>
                    <a:pt x="581" y="33"/>
                    <a:pt x="584" y="36"/>
                    <a:pt x="581" y="40"/>
                  </a:cubicBezTo>
                  <a:cubicBezTo>
                    <a:pt x="580" y="40"/>
                    <a:pt x="580" y="40"/>
                    <a:pt x="580" y="40"/>
                  </a:cubicBezTo>
                  <a:cubicBezTo>
                    <a:pt x="579" y="38"/>
                    <a:pt x="579" y="38"/>
                    <a:pt x="579" y="38"/>
                  </a:cubicBezTo>
                  <a:cubicBezTo>
                    <a:pt x="575" y="37"/>
                    <a:pt x="575" y="37"/>
                    <a:pt x="575" y="37"/>
                  </a:cubicBezTo>
                  <a:cubicBezTo>
                    <a:pt x="575" y="34"/>
                    <a:pt x="574" y="31"/>
                    <a:pt x="574" y="28"/>
                  </a:cubicBezTo>
                  <a:cubicBezTo>
                    <a:pt x="571" y="25"/>
                    <a:pt x="563" y="22"/>
                    <a:pt x="562" y="19"/>
                  </a:cubicBezTo>
                  <a:cubicBezTo>
                    <a:pt x="562" y="15"/>
                    <a:pt x="562" y="15"/>
                    <a:pt x="562" y="15"/>
                  </a:cubicBezTo>
                  <a:cubicBezTo>
                    <a:pt x="559" y="14"/>
                    <a:pt x="556" y="21"/>
                    <a:pt x="553" y="21"/>
                  </a:cubicBezTo>
                  <a:cubicBezTo>
                    <a:pt x="549" y="22"/>
                    <a:pt x="549" y="22"/>
                    <a:pt x="549" y="22"/>
                  </a:cubicBezTo>
                  <a:cubicBezTo>
                    <a:pt x="538" y="22"/>
                    <a:pt x="542" y="9"/>
                    <a:pt x="536" y="4"/>
                  </a:cubicBezTo>
                  <a:cubicBezTo>
                    <a:pt x="534" y="4"/>
                    <a:pt x="534" y="4"/>
                    <a:pt x="534" y="4"/>
                  </a:cubicBezTo>
                  <a:cubicBezTo>
                    <a:pt x="530" y="5"/>
                    <a:pt x="526" y="7"/>
                    <a:pt x="522" y="9"/>
                  </a:cubicBezTo>
                  <a:cubicBezTo>
                    <a:pt x="518" y="8"/>
                    <a:pt x="518" y="8"/>
                    <a:pt x="518" y="8"/>
                  </a:cubicBezTo>
                  <a:cubicBezTo>
                    <a:pt x="516" y="6"/>
                    <a:pt x="516" y="6"/>
                    <a:pt x="516" y="6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2" y="7"/>
                    <a:pt x="510" y="8"/>
                    <a:pt x="508" y="10"/>
                  </a:cubicBezTo>
                  <a:cubicBezTo>
                    <a:pt x="507" y="9"/>
                    <a:pt x="505" y="10"/>
                    <a:pt x="504" y="10"/>
                  </a:cubicBezTo>
                  <a:cubicBezTo>
                    <a:pt x="503" y="12"/>
                    <a:pt x="503" y="12"/>
                    <a:pt x="503" y="12"/>
                  </a:cubicBezTo>
                  <a:cubicBezTo>
                    <a:pt x="503" y="15"/>
                    <a:pt x="503" y="15"/>
                    <a:pt x="503" y="15"/>
                  </a:cubicBezTo>
                  <a:cubicBezTo>
                    <a:pt x="501" y="16"/>
                    <a:pt x="501" y="16"/>
                    <a:pt x="501" y="16"/>
                  </a:cubicBezTo>
                  <a:cubicBezTo>
                    <a:pt x="498" y="15"/>
                    <a:pt x="498" y="15"/>
                    <a:pt x="498" y="15"/>
                  </a:cubicBezTo>
                  <a:cubicBezTo>
                    <a:pt x="497" y="14"/>
                    <a:pt x="495" y="13"/>
                    <a:pt x="493" y="12"/>
                  </a:cubicBezTo>
                  <a:cubicBezTo>
                    <a:pt x="491" y="13"/>
                    <a:pt x="491" y="13"/>
                    <a:pt x="491" y="13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87" y="17"/>
                    <a:pt x="487" y="17"/>
                    <a:pt x="487" y="17"/>
                  </a:cubicBezTo>
                  <a:cubicBezTo>
                    <a:pt x="486" y="17"/>
                    <a:pt x="484" y="17"/>
                    <a:pt x="482" y="17"/>
                  </a:cubicBezTo>
                  <a:cubicBezTo>
                    <a:pt x="480" y="18"/>
                    <a:pt x="478" y="18"/>
                    <a:pt x="477" y="18"/>
                  </a:cubicBezTo>
                  <a:cubicBezTo>
                    <a:pt x="472" y="16"/>
                    <a:pt x="469" y="12"/>
                    <a:pt x="465" y="9"/>
                  </a:cubicBezTo>
                  <a:cubicBezTo>
                    <a:pt x="463" y="10"/>
                    <a:pt x="461" y="11"/>
                    <a:pt x="459" y="11"/>
                  </a:cubicBezTo>
                  <a:cubicBezTo>
                    <a:pt x="455" y="10"/>
                    <a:pt x="455" y="10"/>
                    <a:pt x="455" y="10"/>
                  </a:cubicBezTo>
                  <a:cubicBezTo>
                    <a:pt x="453" y="7"/>
                    <a:pt x="450" y="6"/>
                    <a:pt x="447" y="4"/>
                  </a:cubicBezTo>
                  <a:cubicBezTo>
                    <a:pt x="444" y="3"/>
                    <a:pt x="441" y="4"/>
                    <a:pt x="438" y="3"/>
                  </a:cubicBezTo>
                  <a:cubicBezTo>
                    <a:pt x="434" y="3"/>
                    <a:pt x="432" y="1"/>
                    <a:pt x="428" y="0"/>
                  </a:cubicBezTo>
                  <a:cubicBezTo>
                    <a:pt x="426" y="0"/>
                    <a:pt x="424" y="0"/>
                    <a:pt x="423" y="1"/>
                  </a:cubicBezTo>
                  <a:cubicBezTo>
                    <a:pt x="424" y="4"/>
                    <a:pt x="424" y="4"/>
                    <a:pt x="424" y="4"/>
                  </a:cubicBezTo>
                  <a:cubicBezTo>
                    <a:pt x="420" y="9"/>
                    <a:pt x="411" y="3"/>
                    <a:pt x="409" y="7"/>
                  </a:cubicBezTo>
                  <a:cubicBezTo>
                    <a:pt x="410" y="8"/>
                    <a:pt x="410" y="10"/>
                    <a:pt x="411" y="11"/>
                  </a:cubicBezTo>
                  <a:cubicBezTo>
                    <a:pt x="409" y="14"/>
                    <a:pt x="407" y="15"/>
                    <a:pt x="406" y="18"/>
                  </a:cubicBezTo>
                  <a:cubicBezTo>
                    <a:pt x="404" y="18"/>
                    <a:pt x="400" y="22"/>
                    <a:pt x="398" y="23"/>
                  </a:cubicBezTo>
                  <a:cubicBezTo>
                    <a:pt x="396" y="20"/>
                    <a:pt x="393" y="18"/>
                    <a:pt x="390" y="17"/>
                  </a:cubicBezTo>
                  <a:cubicBezTo>
                    <a:pt x="389" y="13"/>
                    <a:pt x="384" y="8"/>
                    <a:pt x="379" y="8"/>
                  </a:cubicBezTo>
                  <a:cubicBezTo>
                    <a:pt x="377" y="9"/>
                    <a:pt x="374" y="10"/>
                    <a:pt x="373" y="12"/>
                  </a:cubicBezTo>
                  <a:cubicBezTo>
                    <a:pt x="369" y="11"/>
                    <a:pt x="369" y="11"/>
                    <a:pt x="369" y="11"/>
                  </a:cubicBezTo>
                  <a:cubicBezTo>
                    <a:pt x="366" y="12"/>
                    <a:pt x="358" y="12"/>
                    <a:pt x="356" y="15"/>
                  </a:cubicBezTo>
                  <a:cubicBezTo>
                    <a:pt x="355" y="18"/>
                    <a:pt x="355" y="18"/>
                    <a:pt x="355" y="18"/>
                  </a:cubicBezTo>
                  <a:cubicBezTo>
                    <a:pt x="359" y="23"/>
                    <a:pt x="364" y="29"/>
                    <a:pt x="370" y="33"/>
                  </a:cubicBezTo>
                  <a:cubicBezTo>
                    <a:pt x="369" y="36"/>
                    <a:pt x="369" y="36"/>
                    <a:pt x="369" y="36"/>
                  </a:cubicBezTo>
                  <a:cubicBezTo>
                    <a:pt x="367" y="39"/>
                    <a:pt x="364" y="34"/>
                    <a:pt x="361" y="36"/>
                  </a:cubicBezTo>
                  <a:cubicBezTo>
                    <a:pt x="360" y="35"/>
                    <a:pt x="360" y="35"/>
                    <a:pt x="360" y="35"/>
                  </a:cubicBezTo>
                  <a:cubicBezTo>
                    <a:pt x="359" y="35"/>
                    <a:pt x="358" y="35"/>
                    <a:pt x="356" y="36"/>
                  </a:cubicBezTo>
                  <a:cubicBezTo>
                    <a:pt x="353" y="35"/>
                    <a:pt x="353" y="35"/>
                    <a:pt x="353" y="35"/>
                  </a:cubicBezTo>
                  <a:cubicBezTo>
                    <a:pt x="350" y="37"/>
                    <a:pt x="347" y="40"/>
                    <a:pt x="343" y="43"/>
                  </a:cubicBezTo>
                  <a:cubicBezTo>
                    <a:pt x="343" y="45"/>
                    <a:pt x="342" y="47"/>
                    <a:pt x="341" y="49"/>
                  </a:cubicBezTo>
                  <a:cubicBezTo>
                    <a:pt x="340" y="50"/>
                    <a:pt x="338" y="56"/>
                    <a:pt x="337" y="58"/>
                  </a:cubicBezTo>
                  <a:cubicBezTo>
                    <a:pt x="338" y="60"/>
                    <a:pt x="338" y="64"/>
                    <a:pt x="338" y="66"/>
                  </a:cubicBezTo>
                  <a:cubicBezTo>
                    <a:pt x="336" y="65"/>
                    <a:pt x="334" y="64"/>
                    <a:pt x="332" y="64"/>
                  </a:cubicBezTo>
                  <a:cubicBezTo>
                    <a:pt x="328" y="66"/>
                    <a:pt x="324" y="68"/>
                    <a:pt x="320" y="70"/>
                  </a:cubicBezTo>
                  <a:cubicBezTo>
                    <a:pt x="320" y="68"/>
                    <a:pt x="320" y="68"/>
                    <a:pt x="320" y="68"/>
                  </a:cubicBezTo>
                  <a:cubicBezTo>
                    <a:pt x="317" y="66"/>
                    <a:pt x="315" y="65"/>
                    <a:pt x="314" y="62"/>
                  </a:cubicBezTo>
                  <a:cubicBezTo>
                    <a:pt x="312" y="59"/>
                    <a:pt x="308" y="51"/>
                    <a:pt x="310" y="48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4" y="49"/>
                    <a:pt x="303" y="53"/>
                    <a:pt x="299" y="53"/>
                  </a:cubicBezTo>
                  <a:cubicBezTo>
                    <a:pt x="297" y="55"/>
                    <a:pt x="290" y="56"/>
                    <a:pt x="287" y="54"/>
                  </a:cubicBezTo>
                  <a:cubicBezTo>
                    <a:pt x="283" y="50"/>
                    <a:pt x="283" y="50"/>
                    <a:pt x="283" y="50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78" y="46"/>
                    <a:pt x="278" y="46"/>
                    <a:pt x="278" y="46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0" y="42"/>
                    <a:pt x="280" y="42"/>
                    <a:pt x="280" y="42"/>
                  </a:cubicBezTo>
                  <a:cubicBezTo>
                    <a:pt x="278" y="41"/>
                    <a:pt x="278" y="41"/>
                    <a:pt x="278" y="41"/>
                  </a:cubicBezTo>
                  <a:cubicBezTo>
                    <a:pt x="277" y="42"/>
                    <a:pt x="274" y="43"/>
                    <a:pt x="273" y="42"/>
                  </a:cubicBezTo>
                  <a:cubicBezTo>
                    <a:pt x="272" y="41"/>
                    <a:pt x="272" y="41"/>
                    <a:pt x="272" y="41"/>
                  </a:cubicBezTo>
                  <a:cubicBezTo>
                    <a:pt x="274" y="38"/>
                    <a:pt x="274" y="38"/>
                    <a:pt x="274" y="38"/>
                  </a:cubicBezTo>
                  <a:cubicBezTo>
                    <a:pt x="272" y="38"/>
                    <a:pt x="269" y="39"/>
                    <a:pt x="268" y="39"/>
                  </a:cubicBezTo>
                  <a:cubicBezTo>
                    <a:pt x="267" y="38"/>
                    <a:pt x="266" y="37"/>
                    <a:pt x="265" y="36"/>
                  </a:cubicBezTo>
                  <a:cubicBezTo>
                    <a:pt x="266" y="33"/>
                    <a:pt x="266" y="33"/>
                    <a:pt x="266" y="33"/>
                  </a:cubicBezTo>
                  <a:cubicBezTo>
                    <a:pt x="265" y="32"/>
                    <a:pt x="263" y="30"/>
                    <a:pt x="262" y="29"/>
                  </a:cubicBezTo>
                  <a:cubicBezTo>
                    <a:pt x="262" y="27"/>
                    <a:pt x="264" y="26"/>
                    <a:pt x="265" y="25"/>
                  </a:cubicBezTo>
                  <a:cubicBezTo>
                    <a:pt x="262" y="24"/>
                    <a:pt x="262" y="24"/>
                    <a:pt x="262" y="24"/>
                  </a:cubicBezTo>
                  <a:cubicBezTo>
                    <a:pt x="262" y="20"/>
                    <a:pt x="262" y="20"/>
                    <a:pt x="262" y="20"/>
                  </a:cubicBezTo>
                  <a:cubicBezTo>
                    <a:pt x="261" y="20"/>
                    <a:pt x="261" y="20"/>
                    <a:pt x="261" y="20"/>
                  </a:cubicBezTo>
                  <a:cubicBezTo>
                    <a:pt x="257" y="19"/>
                    <a:pt x="257" y="19"/>
                    <a:pt x="257" y="19"/>
                  </a:cubicBezTo>
                  <a:cubicBezTo>
                    <a:pt x="255" y="18"/>
                    <a:pt x="255" y="18"/>
                    <a:pt x="255" y="18"/>
                  </a:cubicBezTo>
                  <a:cubicBezTo>
                    <a:pt x="256" y="16"/>
                    <a:pt x="256" y="14"/>
                    <a:pt x="256" y="12"/>
                  </a:cubicBezTo>
                  <a:cubicBezTo>
                    <a:pt x="255" y="11"/>
                    <a:pt x="255" y="11"/>
                    <a:pt x="255" y="11"/>
                  </a:cubicBezTo>
                  <a:cubicBezTo>
                    <a:pt x="252" y="16"/>
                    <a:pt x="252" y="16"/>
                    <a:pt x="252" y="16"/>
                  </a:cubicBezTo>
                  <a:cubicBezTo>
                    <a:pt x="249" y="15"/>
                    <a:pt x="240" y="22"/>
                    <a:pt x="236" y="23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33" y="21"/>
                    <a:pt x="233" y="21"/>
                    <a:pt x="233" y="21"/>
                  </a:cubicBezTo>
                  <a:cubicBezTo>
                    <a:pt x="230" y="25"/>
                    <a:pt x="230" y="25"/>
                    <a:pt x="230" y="25"/>
                  </a:cubicBezTo>
                  <a:cubicBezTo>
                    <a:pt x="230" y="24"/>
                    <a:pt x="228" y="18"/>
                    <a:pt x="226" y="18"/>
                  </a:cubicBezTo>
                  <a:cubicBezTo>
                    <a:pt x="225" y="18"/>
                    <a:pt x="225" y="18"/>
                    <a:pt x="225" y="18"/>
                  </a:cubicBezTo>
                  <a:cubicBezTo>
                    <a:pt x="224" y="19"/>
                    <a:pt x="224" y="19"/>
                    <a:pt x="224" y="19"/>
                  </a:cubicBezTo>
                  <a:cubicBezTo>
                    <a:pt x="223" y="21"/>
                    <a:pt x="223" y="21"/>
                    <a:pt x="223" y="21"/>
                  </a:cubicBezTo>
                  <a:cubicBezTo>
                    <a:pt x="224" y="24"/>
                    <a:pt x="224" y="24"/>
                    <a:pt x="224" y="24"/>
                  </a:cubicBezTo>
                  <a:cubicBezTo>
                    <a:pt x="223" y="24"/>
                    <a:pt x="222" y="26"/>
                    <a:pt x="221" y="27"/>
                  </a:cubicBezTo>
                  <a:cubicBezTo>
                    <a:pt x="221" y="30"/>
                    <a:pt x="221" y="30"/>
                    <a:pt x="221" y="30"/>
                  </a:cubicBezTo>
                  <a:cubicBezTo>
                    <a:pt x="220" y="32"/>
                    <a:pt x="220" y="32"/>
                    <a:pt x="220" y="32"/>
                  </a:cubicBezTo>
                  <a:cubicBezTo>
                    <a:pt x="217" y="32"/>
                    <a:pt x="217" y="32"/>
                    <a:pt x="217" y="32"/>
                  </a:cubicBezTo>
                  <a:cubicBezTo>
                    <a:pt x="215" y="33"/>
                    <a:pt x="213" y="34"/>
                    <a:pt x="211" y="35"/>
                  </a:cubicBezTo>
                  <a:cubicBezTo>
                    <a:pt x="205" y="33"/>
                    <a:pt x="199" y="31"/>
                    <a:pt x="193" y="28"/>
                  </a:cubicBezTo>
                  <a:cubicBezTo>
                    <a:pt x="193" y="26"/>
                    <a:pt x="193" y="26"/>
                    <a:pt x="193" y="26"/>
                  </a:cubicBezTo>
                  <a:cubicBezTo>
                    <a:pt x="189" y="25"/>
                    <a:pt x="184" y="23"/>
                    <a:pt x="183" y="20"/>
                  </a:cubicBezTo>
                  <a:cubicBezTo>
                    <a:pt x="181" y="19"/>
                    <a:pt x="176" y="18"/>
                    <a:pt x="174" y="18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69" y="19"/>
                    <a:pt x="169" y="19"/>
                    <a:pt x="169" y="19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70" y="23"/>
                    <a:pt x="170" y="23"/>
                    <a:pt x="170" y="23"/>
                  </a:cubicBezTo>
                  <a:cubicBezTo>
                    <a:pt x="170" y="24"/>
                    <a:pt x="170" y="24"/>
                    <a:pt x="170" y="24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167" y="24"/>
                    <a:pt x="167" y="24"/>
                    <a:pt x="167" y="24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4" y="24"/>
                    <a:pt x="164" y="24"/>
                    <a:pt x="164" y="24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64" y="26"/>
                    <a:pt x="164" y="26"/>
                    <a:pt x="164" y="26"/>
                  </a:cubicBezTo>
                  <a:cubicBezTo>
                    <a:pt x="164" y="26"/>
                    <a:pt x="163" y="27"/>
                    <a:pt x="163" y="28"/>
                  </a:cubicBezTo>
                  <a:cubicBezTo>
                    <a:pt x="160" y="30"/>
                    <a:pt x="157" y="31"/>
                    <a:pt x="154" y="31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25"/>
                    <a:pt x="152" y="25"/>
                    <a:pt x="152" y="25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46" y="27"/>
                    <a:pt x="145" y="27"/>
                    <a:pt x="141" y="25"/>
                  </a:cubicBezTo>
                  <a:cubicBezTo>
                    <a:pt x="139" y="23"/>
                    <a:pt x="139" y="23"/>
                    <a:pt x="139" y="23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8"/>
                    <a:pt x="135" y="31"/>
                    <a:pt x="136" y="31"/>
                  </a:cubicBezTo>
                  <a:cubicBezTo>
                    <a:pt x="135" y="34"/>
                    <a:pt x="135" y="34"/>
                    <a:pt x="135" y="34"/>
                  </a:cubicBezTo>
                  <a:cubicBezTo>
                    <a:pt x="136" y="38"/>
                    <a:pt x="136" y="43"/>
                    <a:pt x="134" y="47"/>
                  </a:cubicBezTo>
                  <a:cubicBezTo>
                    <a:pt x="133" y="52"/>
                    <a:pt x="133" y="52"/>
                    <a:pt x="133" y="52"/>
                  </a:cubicBezTo>
                  <a:cubicBezTo>
                    <a:pt x="128" y="51"/>
                    <a:pt x="122" y="45"/>
                    <a:pt x="117" y="46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1" y="46"/>
                    <a:pt x="106" y="48"/>
                    <a:pt x="102" y="45"/>
                  </a:cubicBezTo>
                  <a:cubicBezTo>
                    <a:pt x="101" y="47"/>
                    <a:pt x="97" y="49"/>
                    <a:pt x="95" y="50"/>
                  </a:cubicBezTo>
                  <a:cubicBezTo>
                    <a:pt x="93" y="55"/>
                    <a:pt x="88" y="56"/>
                    <a:pt x="89" y="62"/>
                  </a:cubicBezTo>
                  <a:cubicBezTo>
                    <a:pt x="87" y="63"/>
                    <a:pt x="86" y="64"/>
                    <a:pt x="84" y="65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7" y="64"/>
                    <a:pt x="75" y="72"/>
                    <a:pt x="74" y="78"/>
                  </a:cubicBezTo>
                  <a:cubicBezTo>
                    <a:pt x="73" y="81"/>
                    <a:pt x="73" y="87"/>
                    <a:pt x="71" y="90"/>
                  </a:cubicBezTo>
                  <a:cubicBezTo>
                    <a:pt x="69" y="93"/>
                    <a:pt x="67" y="92"/>
                    <a:pt x="67" y="97"/>
                  </a:cubicBezTo>
                  <a:cubicBezTo>
                    <a:pt x="69" y="101"/>
                    <a:pt x="69" y="101"/>
                    <a:pt x="69" y="101"/>
                  </a:cubicBezTo>
                  <a:cubicBezTo>
                    <a:pt x="66" y="106"/>
                    <a:pt x="62" y="111"/>
                    <a:pt x="62" y="116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4" y="121"/>
                    <a:pt x="64" y="121"/>
                    <a:pt x="64" y="121"/>
                  </a:cubicBezTo>
                  <a:cubicBezTo>
                    <a:pt x="61" y="123"/>
                    <a:pt x="61" y="123"/>
                    <a:pt x="61" y="123"/>
                  </a:cubicBezTo>
                  <a:cubicBezTo>
                    <a:pt x="59" y="122"/>
                    <a:pt x="43" y="113"/>
                    <a:pt x="41" y="112"/>
                  </a:cubicBezTo>
                  <a:cubicBezTo>
                    <a:pt x="41" y="110"/>
                    <a:pt x="40" y="107"/>
                    <a:pt x="39" y="105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5" y="102"/>
                    <a:pt x="34" y="101"/>
                    <a:pt x="32" y="100"/>
                  </a:cubicBezTo>
                  <a:cubicBezTo>
                    <a:pt x="26" y="101"/>
                    <a:pt x="22" y="97"/>
                    <a:pt x="15" y="98"/>
                  </a:cubicBezTo>
                  <a:cubicBezTo>
                    <a:pt x="7" y="101"/>
                    <a:pt x="6" y="109"/>
                    <a:pt x="0" y="113"/>
                  </a:cubicBezTo>
                  <a:cubicBezTo>
                    <a:pt x="1" y="120"/>
                    <a:pt x="6" y="124"/>
                    <a:pt x="7" y="131"/>
                  </a:cubicBezTo>
                  <a:cubicBezTo>
                    <a:pt x="7" y="134"/>
                    <a:pt x="6" y="143"/>
                    <a:pt x="9" y="146"/>
                  </a:cubicBezTo>
                  <a:cubicBezTo>
                    <a:pt x="13" y="146"/>
                    <a:pt x="15" y="140"/>
                    <a:pt x="19" y="141"/>
                  </a:cubicBezTo>
                  <a:cubicBezTo>
                    <a:pt x="23" y="142"/>
                    <a:pt x="24" y="147"/>
                    <a:pt x="26" y="149"/>
                  </a:cubicBezTo>
                  <a:cubicBezTo>
                    <a:pt x="30" y="152"/>
                    <a:pt x="37" y="152"/>
                    <a:pt x="41" y="153"/>
                  </a:cubicBezTo>
                  <a:cubicBezTo>
                    <a:pt x="46" y="153"/>
                    <a:pt x="48" y="152"/>
                    <a:pt x="48" y="157"/>
                  </a:cubicBezTo>
                  <a:cubicBezTo>
                    <a:pt x="48" y="160"/>
                    <a:pt x="47" y="167"/>
                    <a:pt x="46" y="170"/>
                  </a:cubicBezTo>
                  <a:cubicBezTo>
                    <a:pt x="46" y="174"/>
                    <a:pt x="46" y="178"/>
                    <a:pt x="46" y="182"/>
                  </a:cubicBezTo>
                  <a:cubicBezTo>
                    <a:pt x="46" y="185"/>
                    <a:pt x="46" y="190"/>
                    <a:pt x="44" y="193"/>
                  </a:cubicBezTo>
                  <a:cubicBezTo>
                    <a:pt x="41" y="198"/>
                    <a:pt x="34" y="197"/>
                    <a:pt x="29" y="199"/>
                  </a:cubicBezTo>
                  <a:cubicBezTo>
                    <a:pt x="32" y="203"/>
                    <a:pt x="33" y="206"/>
                    <a:pt x="36" y="209"/>
                  </a:cubicBezTo>
                  <a:cubicBezTo>
                    <a:pt x="39" y="212"/>
                    <a:pt x="43" y="218"/>
                    <a:pt x="45" y="221"/>
                  </a:cubicBezTo>
                  <a:cubicBezTo>
                    <a:pt x="48" y="227"/>
                    <a:pt x="46" y="231"/>
                    <a:pt x="53" y="234"/>
                  </a:cubicBezTo>
                  <a:cubicBezTo>
                    <a:pt x="59" y="237"/>
                    <a:pt x="57" y="238"/>
                    <a:pt x="53" y="242"/>
                  </a:cubicBezTo>
                  <a:cubicBezTo>
                    <a:pt x="50" y="245"/>
                    <a:pt x="47" y="247"/>
                    <a:pt x="44" y="247"/>
                  </a:cubicBezTo>
                  <a:cubicBezTo>
                    <a:pt x="46" y="251"/>
                    <a:pt x="55" y="252"/>
                    <a:pt x="60" y="252"/>
                  </a:cubicBezTo>
                  <a:cubicBezTo>
                    <a:pt x="65" y="252"/>
                    <a:pt x="70" y="248"/>
                    <a:pt x="75" y="248"/>
                  </a:cubicBezTo>
                  <a:cubicBezTo>
                    <a:pt x="79" y="249"/>
                    <a:pt x="85" y="251"/>
                    <a:pt x="88" y="249"/>
                  </a:cubicBezTo>
                  <a:cubicBezTo>
                    <a:pt x="90" y="248"/>
                    <a:pt x="91" y="245"/>
                    <a:pt x="92" y="245"/>
                  </a:cubicBezTo>
                  <a:cubicBezTo>
                    <a:pt x="95" y="244"/>
                    <a:pt x="98" y="247"/>
                    <a:pt x="99" y="248"/>
                  </a:cubicBezTo>
                  <a:cubicBezTo>
                    <a:pt x="102" y="249"/>
                    <a:pt x="104" y="251"/>
                    <a:pt x="107" y="253"/>
                  </a:cubicBezTo>
                  <a:cubicBezTo>
                    <a:pt x="110" y="256"/>
                    <a:pt x="115" y="257"/>
                    <a:pt x="118" y="260"/>
                  </a:cubicBezTo>
                  <a:cubicBezTo>
                    <a:pt x="118" y="260"/>
                    <a:pt x="118" y="260"/>
                    <a:pt x="118" y="260"/>
                  </a:cubicBezTo>
                  <a:cubicBezTo>
                    <a:pt x="126" y="257"/>
                    <a:pt x="125" y="253"/>
                    <a:pt x="129" y="247"/>
                  </a:cubicBezTo>
                  <a:cubicBezTo>
                    <a:pt x="132" y="243"/>
                    <a:pt x="142" y="242"/>
                    <a:pt x="143" y="236"/>
                  </a:cubicBezTo>
                  <a:cubicBezTo>
                    <a:pt x="144" y="230"/>
                    <a:pt x="135" y="233"/>
                    <a:pt x="132" y="230"/>
                  </a:cubicBezTo>
                  <a:cubicBezTo>
                    <a:pt x="126" y="224"/>
                    <a:pt x="143" y="219"/>
                    <a:pt x="146" y="217"/>
                  </a:cubicBezTo>
                  <a:cubicBezTo>
                    <a:pt x="151" y="215"/>
                    <a:pt x="155" y="212"/>
                    <a:pt x="160" y="209"/>
                  </a:cubicBezTo>
                  <a:cubicBezTo>
                    <a:pt x="164" y="207"/>
                    <a:pt x="170" y="201"/>
                    <a:pt x="175" y="204"/>
                  </a:cubicBezTo>
                  <a:cubicBezTo>
                    <a:pt x="179" y="206"/>
                    <a:pt x="179" y="215"/>
                    <a:pt x="184" y="216"/>
                  </a:cubicBezTo>
                  <a:cubicBezTo>
                    <a:pt x="187" y="216"/>
                    <a:pt x="188" y="212"/>
                    <a:pt x="188" y="210"/>
                  </a:cubicBezTo>
                  <a:cubicBezTo>
                    <a:pt x="190" y="207"/>
                    <a:pt x="188" y="207"/>
                    <a:pt x="187" y="204"/>
                  </a:cubicBezTo>
                  <a:cubicBezTo>
                    <a:pt x="189" y="201"/>
                    <a:pt x="197" y="204"/>
                    <a:pt x="200" y="205"/>
                  </a:cubicBezTo>
                  <a:cubicBezTo>
                    <a:pt x="205" y="207"/>
                    <a:pt x="206" y="212"/>
                    <a:pt x="210" y="214"/>
                  </a:cubicBezTo>
                  <a:cubicBezTo>
                    <a:pt x="214" y="215"/>
                    <a:pt x="218" y="212"/>
                    <a:pt x="222" y="213"/>
                  </a:cubicBezTo>
                  <a:cubicBezTo>
                    <a:pt x="225" y="214"/>
                    <a:pt x="225" y="217"/>
                    <a:pt x="226" y="220"/>
                  </a:cubicBezTo>
                  <a:cubicBezTo>
                    <a:pt x="227" y="229"/>
                    <a:pt x="234" y="229"/>
                    <a:pt x="241" y="224"/>
                  </a:cubicBezTo>
                  <a:cubicBezTo>
                    <a:pt x="244" y="222"/>
                    <a:pt x="247" y="220"/>
                    <a:pt x="248" y="217"/>
                  </a:cubicBezTo>
                  <a:cubicBezTo>
                    <a:pt x="250" y="213"/>
                    <a:pt x="251" y="208"/>
                    <a:pt x="256" y="209"/>
                  </a:cubicBezTo>
                  <a:cubicBezTo>
                    <a:pt x="260" y="210"/>
                    <a:pt x="260" y="215"/>
                    <a:pt x="263" y="216"/>
                  </a:cubicBezTo>
                  <a:cubicBezTo>
                    <a:pt x="266" y="219"/>
                    <a:pt x="274" y="219"/>
                    <a:pt x="276" y="216"/>
                  </a:cubicBezTo>
                  <a:cubicBezTo>
                    <a:pt x="277" y="213"/>
                    <a:pt x="274" y="208"/>
                    <a:pt x="275" y="205"/>
                  </a:cubicBezTo>
                  <a:cubicBezTo>
                    <a:pt x="278" y="202"/>
                    <a:pt x="283" y="205"/>
                    <a:pt x="285" y="207"/>
                  </a:cubicBezTo>
                  <a:cubicBezTo>
                    <a:pt x="286" y="208"/>
                    <a:pt x="285" y="209"/>
                    <a:pt x="287" y="210"/>
                  </a:cubicBezTo>
                  <a:cubicBezTo>
                    <a:pt x="289" y="210"/>
                    <a:pt x="292" y="208"/>
                    <a:pt x="293" y="208"/>
                  </a:cubicBezTo>
                  <a:cubicBezTo>
                    <a:pt x="295" y="210"/>
                    <a:pt x="293" y="215"/>
                    <a:pt x="295" y="217"/>
                  </a:cubicBezTo>
                  <a:cubicBezTo>
                    <a:pt x="298" y="219"/>
                    <a:pt x="306" y="217"/>
                    <a:pt x="309" y="218"/>
                  </a:cubicBezTo>
                  <a:cubicBezTo>
                    <a:pt x="313" y="219"/>
                    <a:pt x="314" y="221"/>
                    <a:pt x="317" y="222"/>
                  </a:cubicBezTo>
                  <a:cubicBezTo>
                    <a:pt x="322" y="225"/>
                    <a:pt x="327" y="224"/>
                    <a:pt x="332" y="223"/>
                  </a:cubicBezTo>
                  <a:cubicBezTo>
                    <a:pt x="339" y="222"/>
                    <a:pt x="338" y="225"/>
                    <a:pt x="341" y="230"/>
                  </a:cubicBezTo>
                  <a:cubicBezTo>
                    <a:pt x="343" y="233"/>
                    <a:pt x="345" y="234"/>
                    <a:pt x="347" y="238"/>
                  </a:cubicBezTo>
                  <a:cubicBezTo>
                    <a:pt x="349" y="242"/>
                    <a:pt x="352" y="245"/>
                    <a:pt x="356" y="248"/>
                  </a:cubicBezTo>
                  <a:cubicBezTo>
                    <a:pt x="362" y="247"/>
                    <a:pt x="364" y="246"/>
                    <a:pt x="369" y="249"/>
                  </a:cubicBezTo>
                  <a:cubicBezTo>
                    <a:pt x="374" y="252"/>
                    <a:pt x="375" y="252"/>
                    <a:pt x="380" y="251"/>
                  </a:cubicBezTo>
                  <a:cubicBezTo>
                    <a:pt x="384" y="249"/>
                    <a:pt x="387" y="246"/>
                    <a:pt x="391" y="249"/>
                  </a:cubicBezTo>
                  <a:cubicBezTo>
                    <a:pt x="394" y="251"/>
                    <a:pt x="394" y="255"/>
                    <a:pt x="397" y="257"/>
                  </a:cubicBezTo>
                  <a:cubicBezTo>
                    <a:pt x="401" y="262"/>
                    <a:pt x="401" y="257"/>
                    <a:pt x="405" y="255"/>
                  </a:cubicBezTo>
                  <a:cubicBezTo>
                    <a:pt x="408" y="254"/>
                    <a:pt x="414" y="257"/>
                    <a:pt x="417" y="258"/>
                  </a:cubicBezTo>
                  <a:cubicBezTo>
                    <a:pt x="423" y="260"/>
                    <a:pt x="421" y="262"/>
                    <a:pt x="418" y="266"/>
                  </a:cubicBezTo>
                  <a:cubicBezTo>
                    <a:pt x="415" y="269"/>
                    <a:pt x="413" y="272"/>
                    <a:pt x="415" y="276"/>
                  </a:cubicBezTo>
                  <a:cubicBezTo>
                    <a:pt x="418" y="281"/>
                    <a:pt x="433" y="289"/>
                    <a:pt x="436" y="281"/>
                  </a:cubicBezTo>
                  <a:cubicBezTo>
                    <a:pt x="437" y="277"/>
                    <a:pt x="434" y="275"/>
                    <a:pt x="439" y="274"/>
                  </a:cubicBezTo>
                  <a:cubicBezTo>
                    <a:pt x="444" y="272"/>
                    <a:pt x="450" y="275"/>
                    <a:pt x="454" y="273"/>
                  </a:cubicBezTo>
                  <a:cubicBezTo>
                    <a:pt x="464" y="267"/>
                    <a:pt x="450" y="244"/>
                    <a:pt x="469" y="256"/>
                  </a:cubicBezTo>
                  <a:cubicBezTo>
                    <a:pt x="469" y="248"/>
                    <a:pt x="473" y="251"/>
                    <a:pt x="476" y="255"/>
                  </a:cubicBezTo>
                  <a:cubicBezTo>
                    <a:pt x="480" y="258"/>
                    <a:pt x="480" y="256"/>
                    <a:pt x="484" y="255"/>
                  </a:cubicBezTo>
                  <a:cubicBezTo>
                    <a:pt x="495" y="250"/>
                    <a:pt x="492" y="268"/>
                    <a:pt x="497" y="273"/>
                  </a:cubicBezTo>
                  <a:cubicBezTo>
                    <a:pt x="502" y="278"/>
                    <a:pt x="504" y="277"/>
                    <a:pt x="504" y="284"/>
                  </a:cubicBezTo>
                  <a:cubicBezTo>
                    <a:pt x="504" y="290"/>
                    <a:pt x="506" y="291"/>
                    <a:pt x="512" y="292"/>
                  </a:cubicBezTo>
                  <a:cubicBezTo>
                    <a:pt x="517" y="293"/>
                    <a:pt x="519" y="295"/>
                    <a:pt x="523" y="297"/>
                  </a:cubicBezTo>
                  <a:cubicBezTo>
                    <a:pt x="527" y="299"/>
                    <a:pt x="530" y="298"/>
                    <a:pt x="535" y="298"/>
                  </a:cubicBezTo>
                  <a:cubicBezTo>
                    <a:pt x="547" y="298"/>
                    <a:pt x="553" y="310"/>
                    <a:pt x="566" y="304"/>
                  </a:cubicBezTo>
                  <a:cubicBezTo>
                    <a:pt x="570" y="301"/>
                    <a:pt x="574" y="297"/>
                    <a:pt x="579" y="295"/>
                  </a:cubicBezTo>
                  <a:cubicBezTo>
                    <a:pt x="582" y="294"/>
                    <a:pt x="588" y="296"/>
                    <a:pt x="590" y="292"/>
                  </a:cubicBezTo>
                  <a:cubicBezTo>
                    <a:pt x="592" y="288"/>
                    <a:pt x="588" y="285"/>
                    <a:pt x="586" y="282"/>
                  </a:cubicBezTo>
                  <a:cubicBezTo>
                    <a:pt x="584" y="277"/>
                    <a:pt x="586" y="271"/>
                    <a:pt x="586" y="266"/>
                  </a:cubicBezTo>
                  <a:cubicBezTo>
                    <a:pt x="586" y="260"/>
                    <a:pt x="574" y="247"/>
                    <a:pt x="587" y="246"/>
                  </a:cubicBezTo>
                  <a:cubicBezTo>
                    <a:pt x="589" y="242"/>
                    <a:pt x="617" y="252"/>
                    <a:pt x="621" y="254"/>
                  </a:cubicBezTo>
                  <a:cubicBezTo>
                    <a:pt x="631" y="260"/>
                    <a:pt x="631" y="272"/>
                    <a:pt x="644" y="272"/>
                  </a:cubicBezTo>
                  <a:cubicBezTo>
                    <a:pt x="647" y="272"/>
                    <a:pt x="650" y="271"/>
                    <a:pt x="653" y="271"/>
                  </a:cubicBezTo>
                  <a:cubicBezTo>
                    <a:pt x="656" y="271"/>
                    <a:pt x="659" y="272"/>
                    <a:pt x="662" y="272"/>
                  </a:cubicBezTo>
                  <a:cubicBezTo>
                    <a:pt x="667" y="272"/>
                    <a:pt x="672" y="269"/>
                    <a:pt x="677" y="269"/>
                  </a:cubicBezTo>
                  <a:cubicBezTo>
                    <a:pt x="683" y="268"/>
                    <a:pt x="687" y="276"/>
                    <a:pt x="687" y="270"/>
                  </a:cubicBezTo>
                  <a:cubicBezTo>
                    <a:pt x="688" y="266"/>
                    <a:pt x="686" y="261"/>
                    <a:pt x="688" y="257"/>
                  </a:cubicBezTo>
                  <a:cubicBezTo>
                    <a:pt x="690" y="252"/>
                    <a:pt x="695" y="253"/>
                    <a:pt x="699" y="250"/>
                  </a:cubicBezTo>
                  <a:cubicBezTo>
                    <a:pt x="703" y="248"/>
                    <a:pt x="704" y="243"/>
                    <a:pt x="708" y="240"/>
                  </a:cubicBezTo>
                  <a:cubicBezTo>
                    <a:pt x="710" y="237"/>
                    <a:pt x="718" y="229"/>
                    <a:pt x="721" y="232"/>
                  </a:cubicBezTo>
                  <a:cubicBezTo>
                    <a:pt x="725" y="234"/>
                    <a:pt x="723" y="243"/>
                    <a:pt x="723" y="246"/>
                  </a:cubicBezTo>
                  <a:cubicBezTo>
                    <a:pt x="721" y="252"/>
                    <a:pt x="721" y="265"/>
                    <a:pt x="729" y="266"/>
                  </a:cubicBezTo>
                  <a:cubicBezTo>
                    <a:pt x="733" y="267"/>
                    <a:pt x="739" y="264"/>
                    <a:pt x="744" y="263"/>
                  </a:cubicBezTo>
                  <a:cubicBezTo>
                    <a:pt x="751" y="263"/>
                    <a:pt x="759" y="263"/>
                    <a:pt x="766" y="265"/>
                  </a:cubicBezTo>
                  <a:cubicBezTo>
                    <a:pt x="769" y="262"/>
                    <a:pt x="771" y="260"/>
                    <a:pt x="773" y="257"/>
                  </a:cubicBezTo>
                  <a:cubicBezTo>
                    <a:pt x="774" y="249"/>
                    <a:pt x="774" y="249"/>
                    <a:pt x="774" y="249"/>
                  </a:cubicBezTo>
                  <a:cubicBezTo>
                    <a:pt x="775" y="249"/>
                    <a:pt x="776" y="247"/>
                    <a:pt x="777" y="246"/>
                  </a:cubicBezTo>
                  <a:cubicBezTo>
                    <a:pt x="772" y="238"/>
                    <a:pt x="791" y="222"/>
                    <a:pt x="794" y="216"/>
                  </a:cubicBezTo>
                  <a:cubicBezTo>
                    <a:pt x="799" y="212"/>
                    <a:pt x="799" y="212"/>
                    <a:pt x="799" y="212"/>
                  </a:cubicBezTo>
                  <a:cubicBezTo>
                    <a:pt x="800" y="209"/>
                    <a:pt x="800" y="206"/>
                    <a:pt x="802" y="203"/>
                  </a:cubicBezTo>
                  <a:cubicBezTo>
                    <a:pt x="805" y="200"/>
                    <a:pt x="805" y="200"/>
                    <a:pt x="805" y="200"/>
                  </a:cubicBezTo>
                  <a:cubicBezTo>
                    <a:pt x="808" y="199"/>
                    <a:pt x="811" y="203"/>
                    <a:pt x="814" y="202"/>
                  </a:cubicBezTo>
                  <a:cubicBezTo>
                    <a:pt x="816" y="201"/>
                    <a:pt x="818" y="198"/>
                    <a:pt x="819" y="196"/>
                  </a:cubicBezTo>
                  <a:cubicBezTo>
                    <a:pt x="818" y="192"/>
                    <a:pt x="821" y="189"/>
                    <a:pt x="822" y="184"/>
                  </a:cubicBezTo>
                  <a:cubicBezTo>
                    <a:pt x="823" y="179"/>
                    <a:pt x="822" y="172"/>
                    <a:pt x="822" y="167"/>
                  </a:cubicBezTo>
                  <a:lnTo>
                    <a:pt x="825" y="165"/>
                  </a:lnTo>
                  <a:close/>
                </a:path>
              </a:pathLst>
            </a:custGeom>
            <a:solidFill>
              <a:schemeClr val="accent4">
                <a:lumMod val="9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A80BD8D7-3FFF-B496-A0CC-85AD73AB0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4057650"/>
              <a:ext cx="1576388" cy="1654175"/>
            </a:xfrm>
            <a:custGeom>
              <a:avLst/>
              <a:gdLst>
                <a:gd name="T0" fmla="*/ 2147483646 w 414"/>
                <a:gd name="T1" fmla="*/ 2147483646 h 434"/>
                <a:gd name="T2" fmla="*/ 2147483646 w 414"/>
                <a:gd name="T3" fmla="*/ 2147483646 h 434"/>
                <a:gd name="T4" fmla="*/ 2147483646 w 414"/>
                <a:gd name="T5" fmla="*/ 2147483646 h 434"/>
                <a:gd name="T6" fmla="*/ 2147483646 w 414"/>
                <a:gd name="T7" fmla="*/ 2147483646 h 434"/>
                <a:gd name="T8" fmla="*/ 2147483646 w 414"/>
                <a:gd name="T9" fmla="*/ 2147483646 h 434"/>
                <a:gd name="T10" fmla="*/ 2147483646 w 414"/>
                <a:gd name="T11" fmla="*/ 2147483646 h 434"/>
                <a:gd name="T12" fmla="*/ 2147483646 w 414"/>
                <a:gd name="T13" fmla="*/ 2147483646 h 434"/>
                <a:gd name="T14" fmla="*/ 2147483646 w 414"/>
                <a:gd name="T15" fmla="*/ 2147483646 h 434"/>
                <a:gd name="T16" fmla="*/ 2147483646 w 414"/>
                <a:gd name="T17" fmla="*/ 2147483646 h 434"/>
                <a:gd name="T18" fmla="*/ 2147483646 w 414"/>
                <a:gd name="T19" fmla="*/ 2120980136 h 434"/>
                <a:gd name="T20" fmla="*/ 2147483646 w 414"/>
                <a:gd name="T21" fmla="*/ 1656107412 h 434"/>
                <a:gd name="T22" fmla="*/ 2147483646 w 414"/>
                <a:gd name="T23" fmla="*/ 1263869741 h 434"/>
                <a:gd name="T24" fmla="*/ 2147483646 w 414"/>
                <a:gd name="T25" fmla="*/ 1075015554 h 434"/>
                <a:gd name="T26" fmla="*/ 2147483646 w 414"/>
                <a:gd name="T27" fmla="*/ 1438198442 h 434"/>
                <a:gd name="T28" fmla="*/ 2147483646 w 414"/>
                <a:gd name="T29" fmla="*/ 1307453822 h 434"/>
                <a:gd name="T30" fmla="*/ 2147483646 w 414"/>
                <a:gd name="T31" fmla="*/ 886161367 h 434"/>
                <a:gd name="T32" fmla="*/ 1884815547 w 414"/>
                <a:gd name="T33" fmla="*/ 392237671 h 434"/>
                <a:gd name="T34" fmla="*/ 1623839563 w 414"/>
                <a:gd name="T35" fmla="*/ 159799403 h 434"/>
                <a:gd name="T36" fmla="*/ 1290372578 w 414"/>
                <a:gd name="T37" fmla="*/ 305073321 h 434"/>
                <a:gd name="T38" fmla="*/ 985905040 w 414"/>
                <a:gd name="T39" fmla="*/ 958800232 h 434"/>
                <a:gd name="T40" fmla="*/ 724929056 w 414"/>
                <a:gd name="T41" fmla="*/ 1060490068 h 434"/>
                <a:gd name="T42" fmla="*/ 826419505 w 414"/>
                <a:gd name="T43" fmla="*/ 1423669144 h 434"/>
                <a:gd name="T44" fmla="*/ 956905593 w 414"/>
                <a:gd name="T45" fmla="*/ 1874016382 h 434"/>
                <a:gd name="T46" fmla="*/ 623438608 w 414"/>
                <a:gd name="T47" fmla="*/ 2147483646 h 434"/>
                <a:gd name="T48" fmla="*/ 608938884 w 414"/>
                <a:gd name="T49" fmla="*/ 2147483646 h 434"/>
                <a:gd name="T50" fmla="*/ 391462071 w 414"/>
                <a:gd name="T51" fmla="*/ 2147483646 h 434"/>
                <a:gd name="T52" fmla="*/ 333466985 w 414"/>
                <a:gd name="T53" fmla="*/ 2147483646 h 434"/>
                <a:gd name="T54" fmla="*/ 623438608 w 414"/>
                <a:gd name="T55" fmla="*/ 2147483646 h 434"/>
                <a:gd name="T56" fmla="*/ 724929056 w 414"/>
                <a:gd name="T57" fmla="*/ 2147483646 h 434"/>
                <a:gd name="T58" fmla="*/ 695933417 w 414"/>
                <a:gd name="T59" fmla="*/ 2147483646 h 434"/>
                <a:gd name="T60" fmla="*/ 318967262 w 414"/>
                <a:gd name="T61" fmla="*/ 2147483646 h 434"/>
                <a:gd name="T62" fmla="*/ 0 w 414"/>
                <a:gd name="T63" fmla="*/ 2147483646 h 434"/>
                <a:gd name="T64" fmla="*/ 304471346 w 414"/>
                <a:gd name="T65" fmla="*/ 2147483646 h 434"/>
                <a:gd name="T66" fmla="*/ 811919782 w 414"/>
                <a:gd name="T67" fmla="*/ 2147483646 h 434"/>
                <a:gd name="T68" fmla="*/ 1304872302 w 414"/>
                <a:gd name="T69" fmla="*/ 2147483646 h 434"/>
                <a:gd name="T70" fmla="*/ 1986305996 w 414"/>
                <a:gd name="T71" fmla="*/ 2147483646 h 434"/>
                <a:gd name="T72" fmla="*/ 2147483646 w 414"/>
                <a:gd name="T73" fmla="*/ 2147483646 h 434"/>
                <a:gd name="T74" fmla="*/ 2147483646 w 414"/>
                <a:gd name="T75" fmla="*/ 2147483646 h 434"/>
                <a:gd name="T76" fmla="*/ 2147483646 w 414"/>
                <a:gd name="T77" fmla="*/ 2147483646 h 434"/>
                <a:gd name="T78" fmla="*/ 2147483646 w 414"/>
                <a:gd name="T79" fmla="*/ 2147483646 h 434"/>
                <a:gd name="T80" fmla="*/ 2147483646 w 414"/>
                <a:gd name="T81" fmla="*/ 2147483646 h 434"/>
                <a:gd name="T82" fmla="*/ 2147483646 w 414"/>
                <a:gd name="T83" fmla="*/ 2147483646 h 434"/>
                <a:gd name="T84" fmla="*/ 2147483646 w 414"/>
                <a:gd name="T85" fmla="*/ 2147483646 h 434"/>
                <a:gd name="T86" fmla="*/ 2147483646 w 414"/>
                <a:gd name="T87" fmla="*/ 2147483646 h 434"/>
                <a:gd name="T88" fmla="*/ 2147483646 w 414"/>
                <a:gd name="T89" fmla="*/ 2147483646 h 434"/>
                <a:gd name="T90" fmla="*/ 2147483646 w 414"/>
                <a:gd name="T91" fmla="*/ 2147483646 h 434"/>
                <a:gd name="T92" fmla="*/ 2147483646 w 414"/>
                <a:gd name="T93" fmla="*/ 2147483646 h 434"/>
                <a:gd name="T94" fmla="*/ 2147483646 w 414"/>
                <a:gd name="T95" fmla="*/ 2147483646 h 43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14" h="434">
                  <a:moveTo>
                    <a:pt x="392" y="273"/>
                  </a:moveTo>
                  <a:cubicBezTo>
                    <a:pt x="392" y="267"/>
                    <a:pt x="402" y="263"/>
                    <a:pt x="406" y="259"/>
                  </a:cubicBezTo>
                  <a:cubicBezTo>
                    <a:pt x="414" y="252"/>
                    <a:pt x="405" y="247"/>
                    <a:pt x="405" y="239"/>
                  </a:cubicBezTo>
                  <a:cubicBezTo>
                    <a:pt x="404" y="235"/>
                    <a:pt x="408" y="233"/>
                    <a:pt x="409" y="230"/>
                  </a:cubicBezTo>
                  <a:cubicBezTo>
                    <a:pt x="410" y="225"/>
                    <a:pt x="405" y="224"/>
                    <a:pt x="401" y="225"/>
                  </a:cubicBezTo>
                  <a:cubicBezTo>
                    <a:pt x="398" y="227"/>
                    <a:pt x="397" y="230"/>
                    <a:pt x="393" y="231"/>
                  </a:cubicBezTo>
                  <a:cubicBezTo>
                    <a:pt x="388" y="231"/>
                    <a:pt x="384" y="230"/>
                    <a:pt x="379" y="231"/>
                  </a:cubicBezTo>
                  <a:cubicBezTo>
                    <a:pt x="371" y="235"/>
                    <a:pt x="370" y="246"/>
                    <a:pt x="359" y="245"/>
                  </a:cubicBezTo>
                  <a:cubicBezTo>
                    <a:pt x="351" y="245"/>
                    <a:pt x="346" y="239"/>
                    <a:pt x="339" y="237"/>
                  </a:cubicBezTo>
                  <a:cubicBezTo>
                    <a:pt x="337" y="236"/>
                    <a:pt x="335" y="236"/>
                    <a:pt x="333" y="237"/>
                  </a:cubicBezTo>
                  <a:cubicBezTo>
                    <a:pt x="331" y="237"/>
                    <a:pt x="329" y="239"/>
                    <a:pt x="328" y="240"/>
                  </a:cubicBezTo>
                  <a:cubicBezTo>
                    <a:pt x="324" y="240"/>
                    <a:pt x="327" y="241"/>
                    <a:pt x="326" y="240"/>
                  </a:cubicBezTo>
                  <a:cubicBezTo>
                    <a:pt x="325" y="239"/>
                    <a:pt x="326" y="236"/>
                    <a:pt x="326" y="234"/>
                  </a:cubicBezTo>
                  <a:cubicBezTo>
                    <a:pt x="327" y="230"/>
                    <a:pt x="332" y="229"/>
                    <a:pt x="334" y="225"/>
                  </a:cubicBezTo>
                  <a:cubicBezTo>
                    <a:pt x="335" y="222"/>
                    <a:pt x="335" y="217"/>
                    <a:pt x="335" y="213"/>
                  </a:cubicBezTo>
                  <a:cubicBezTo>
                    <a:pt x="334" y="197"/>
                    <a:pt x="334" y="197"/>
                    <a:pt x="334" y="197"/>
                  </a:cubicBezTo>
                  <a:cubicBezTo>
                    <a:pt x="333" y="194"/>
                    <a:pt x="341" y="194"/>
                    <a:pt x="342" y="192"/>
                  </a:cubicBezTo>
                  <a:cubicBezTo>
                    <a:pt x="344" y="189"/>
                    <a:pt x="345" y="182"/>
                    <a:pt x="344" y="179"/>
                  </a:cubicBezTo>
                  <a:cubicBezTo>
                    <a:pt x="343" y="174"/>
                    <a:pt x="338" y="174"/>
                    <a:pt x="337" y="170"/>
                  </a:cubicBezTo>
                  <a:cubicBezTo>
                    <a:pt x="336" y="168"/>
                    <a:pt x="336" y="166"/>
                    <a:pt x="336" y="165"/>
                  </a:cubicBezTo>
                  <a:cubicBezTo>
                    <a:pt x="335" y="161"/>
                    <a:pt x="333" y="160"/>
                    <a:pt x="331" y="157"/>
                  </a:cubicBezTo>
                  <a:cubicBezTo>
                    <a:pt x="327" y="153"/>
                    <a:pt x="323" y="149"/>
                    <a:pt x="320" y="145"/>
                  </a:cubicBezTo>
                  <a:cubicBezTo>
                    <a:pt x="318" y="141"/>
                    <a:pt x="315" y="133"/>
                    <a:pt x="312" y="131"/>
                  </a:cubicBezTo>
                  <a:cubicBezTo>
                    <a:pt x="303" y="126"/>
                    <a:pt x="290" y="143"/>
                    <a:pt x="290" y="150"/>
                  </a:cubicBezTo>
                  <a:cubicBezTo>
                    <a:pt x="290" y="155"/>
                    <a:pt x="291" y="160"/>
                    <a:pt x="286" y="163"/>
                  </a:cubicBezTo>
                  <a:cubicBezTo>
                    <a:pt x="281" y="165"/>
                    <a:pt x="275" y="162"/>
                    <a:pt x="270" y="162"/>
                  </a:cubicBezTo>
                  <a:cubicBezTo>
                    <a:pt x="264" y="161"/>
                    <a:pt x="260" y="165"/>
                    <a:pt x="256" y="169"/>
                  </a:cubicBezTo>
                  <a:cubicBezTo>
                    <a:pt x="254" y="172"/>
                    <a:pt x="245" y="178"/>
                    <a:pt x="245" y="171"/>
                  </a:cubicBezTo>
                  <a:cubicBezTo>
                    <a:pt x="245" y="166"/>
                    <a:pt x="252" y="162"/>
                    <a:pt x="255" y="160"/>
                  </a:cubicBezTo>
                  <a:cubicBezTo>
                    <a:pt x="260" y="155"/>
                    <a:pt x="260" y="152"/>
                    <a:pt x="260" y="146"/>
                  </a:cubicBezTo>
                  <a:cubicBezTo>
                    <a:pt x="259" y="141"/>
                    <a:pt x="258" y="137"/>
                    <a:pt x="254" y="133"/>
                  </a:cubicBezTo>
                  <a:cubicBezTo>
                    <a:pt x="252" y="131"/>
                    <a:pt x="249" y="129"/>
                    <a:pt x="248" y="127"/>
                  </a:cubicBezTo>
                  <a:cubicBezTo>
                    <a:pt x="246" y="124"/>
                    <a:pt x="247" y="118"/>
                    <a:pt x="246" y="114"/>
                  </a:cubicBezTo>
                  <a:cubicBezTo>
                    <a:pt x="245" y="112"/>
                    <a:pt x="244" y="112"/>
                    <a:pt x="244" y="109"/>
                  </a:cubicBezTo>
                  <a:cubicBezTo>
                    <a:pt x="245" y="106"/>
                    <a:pt x="247" y="104"/>
                    <a:pt x="247" y="101"/>
                  </a:cubicBezTo>
                  <a:cubicBezTo>
                    <a:pt x="247" y="97"/>
                    <a:pt x="246" y="88"/>
                    <a:pt x="241" y="87"/>
                  </a:cubicBezTo>
                  <a:cubicBezTo>
                    <a:pt x="238" y="86"/>
                    <a:pt x="235" y="89"/>
                    <a:pt x="233" y="90"/>
                  </a:cubicBezTo>
                  <a:cubicBezTo>
                    <a:pt x="230" y="91"/>
                    <a:pt x="229" y="92"/>
                    <a:pt x="229" y="89"/>
                  </a:cubicBezTo>
                  <a:cubicBezTo>
                    <a:pt x="229" y="83"/>
                    <a:pt x="235" y="81"/>
                    <a:pt x="232" y="74"/>
                  </a:cubicBezTo>
                  <a:cubicBezTo>
                    <a:pt x="228" y="64"/>
                    <a:pt x="216" y="75"/>
                    <a:pt x="212" y="79"/>
                  </a:cubicBezTo>
                  <a:cubicBezTo>
                    <a:pt x="209" y="82"/>
                    <a:pt x="206" y="88"/>
                    <a:pt x="203" y="91"/>
                  </a:cubicBezTo>
                  <a:cubicBezTo>
                    <a:pt x="200" y="94"/>
                    <a:pt x="199" y="100"/>
                    <a:pt x="196" y="99"/>
                  </a:cubicBezTo>
                  <a:cubicBezTo>
                    <a:pt x="194" y="99"/>
                    <a:pt x="193" y="96"/>
                    <a:pt x="191" y="96"/>
                  </a:cubicBezTo>
                  <a:cubicBezTo>
                    <a:pt x="188" y="95"/>
                    <a:pt x="188" y="97"/>
                    <a:pt x="186" y="99"/>
                  </a:cubicBezTo>
                  <a:cubicBezTo>
                    <a:pt x="180" y="101"/>
                    <a:pt x="177" y="95"/>
                    <a:pt x="176" y="90"/>
                  </a:cubicBezTo>
                  <a:cubicBezTo>
                    <a:pt x="174" y="85"/>
                    <a:pt x="173" y="80"/>
                    <a:pt x="170" y="76"/>
                  </a:cubicBezTo>
                  <a:cubicBezTo>
                    <a:pt x="165" y="71"/>
                    <a:pt x="160" y="75"/>
                    <a:pt x="155" y="72"/>
                  </a:cubicBezTo>
                  <a:cubicBezTo>
                    <a:pt x="152" y="71"/>
                    <a:pt x="151" y="64"/>
                    <a:pt x="151" y="61"/>
                  </a:cubicBezTo>
                  <a:cubicBezTo>
                    <a:pt x="152" y="57"/>
                    <a:pt x="159" y="55"/>
                    <a:pt x="160" y="50"/>
                  </a:cubicBezTo>
                  <a:cubicBezTo>
                    <a:pt x="161" y="43"/>
                    <a:pt x="143" y="38"/>
                    <a:pt x="138" y="35"/>
                  </a:cubicBezTo>
                  <a:cubicBezTo>
                    <a:pt x="135" y="33"/>
                    <a:pt x="132" y="30"/>
                    <a:pt x="130" y="27"/>
                  </a:cubicBezTo>
                  <a:cubicBezTo>
                    <a:pt x="129" y="25"/>
                    <a:pt x="127" y="23"/>
                    <a:pt x="126" y="20"/>
                  </a:cubicBezTo>
                  <a:cubicBezTo>
                    <a:pt x="125" y="18"/>
                    <a:pt x="124" y="14"/>
                    <a:pt x="122" y="13"/>
                  </a:cubicBezTo>
                  <a:cubicBezTo>
                    <a:pt x="120" y="11"/>
                    <a:pt x="115" y="11"/>
                    <a:pt x="112" y="11"/>
                  </a:cubicBezTo>
                  <a:cubicBezTo>
                    <a:pt x="107" y="10"/>
                    <a:pt x="102" y="9"/>
                    <a:pt x="98" y="7"/>
                  </a:cubicBezTo>
                  <a:cubicBezTo>
                    <a:pt x="93" y="6"/>
                    <a:pt x="88" y="0"/>
                    <a:pt x="85" y="7"/>
                  </a:cubicBezTo>
                  <a:cubicBezTo>
                    <a:pt x="82" y="12"/>
                    <a:pt x="86" y="17"/>
                    <a:pt x="89" y="21"/>
                  </a:cubicBezTo>
                  <a:cubicBezTo>
                    <a:pt x="95" y="34"/>
                    <a:pt x="94" y="48"/>
                    <a:pt x="81" y="53"/>
                  </a:cubicBezTo>
                  <a:cubicBezTo>
                    <a:pt x="83" y="56"/>
                    <a:pt x="79" y="63"/>
                    <a:pt x="77" y="65"/>
                  </a:cubicBezTo>
                  <a:cubicBezTo>
                    <a:pt x="74" y="68"/>
                    <a:pt x="72" y="68"/>
                    <a:pt x="68" y="66"/>
                  </a:cubicBezTo>
                  <a:cubicBezTo>
                    <a:pt x="64" y="65"/>
                    <a:pt x="61" y="64"/>
                    <a:pt x="58" y="66"/>
                  </a:cubicBezTo>
                  <a:cubicBezTo>
                    <a:pt x="56" y="66"/>
                    <a:pt x="55" y="69"/>
                    <a:pt x="54" y="70"/>
                  </a:cubicBezTo>
                  <a:cubicBezTo>
                    <a:pt x="53" y="71"/>
                    <a:pt x="51" y="71"/>
                    <a:pt x="50" y="73"/>
                  </a:cubicBezTo>
                  <a:cubicBezTo>
                    <a:pt x="46" y="77"/>
                    <a:pt x="47" y="77"/>
                    <a:pt x="46" y="82"/>
                  </a:cubicBezTo>
                  <a:cubicBezTo>
                    <a:pt x="45" y="87"/>
                    <a:pt x="43" y="88"/>
                    <a:pt x="48" y="91"/>
                  </a:cubicBezTo>
                  <a:cubicBezTo>
                    <a:pt x="52" y="93"/>
                    <a:pt x="54" y="95"/>
                    <a:pt x="57" y="98"/>
                  </a:cubicBezTo>
                  <a:cubicBezTo>
                    <a:pt x="60" y="100"/>
                    <a:pt x="64" y="101"/>
                    <a:pt x="67" y="103"/>
                  </a:cubicBezTo>
                  <a:cubicBezTo>
                    <a:pt x="72" y="106"/>
                    <a:pt x="78" y="110"/>
                    <a:pt x="76" y="116"/>
                  </a:cubicBezTo>
                  <a:cubicBezTo>
                    <a:pt x="75" y="121"/>
                    <a:pt x="69" y="126"/>
                    <a:pt x="66" y="129"/>
                  </a:cubicBezTo>
                  <a:cubicBezTo>
                    <a:pt x="63" y="133"/>
                    <a:pt x="60" y="137"/>
                    <a:pt x="58" y="142"/>
                  </a:cubicBezTo>
                  <a:cubicBezTo>
                    <a:pt x="54" y="146"/>
                    <a:pt x="51" y="150"/>
                    <a:pt x="48" y="156"/>
                  </a:cubicBezTo>
                  <a:cubicBezTo>
                    <a:pt x="47" y="161"/>
                    <a:pt x="46" y="166"/>
                    <a:pt x="43" y="171"/>
                  </a:cubicBezTo>
                  <a:cubicBezTo>
                    <a:pt x="41" y="175"/>
                    <a:pt x="38" y="178"/>
                    <a:pt x="38" y="182"/>
                  </a:cubicBezTo>
                  <a:cubicBezTo>
                    <a:pt x="38" y="187"/>
                    <a:pt x="41" y="190"/>
                    <a:pt x="45" y="193"/>
                  </a:cubicBezTo>
                  <a:cubicBezTo>
                    <a:pt x="44" y="198"/>
                    <a:pt x="40" y="206"/>
                    <a:pt x="42" y="210"/>
                  </a:cubicBezTo>
                  <a:cubicBezTo>
                    <a:pt x="43" y="213"/>
                    <a:pt x="46" y="214"/>
                    <a:pt x="47" y="216"/>
                  </a:cubicBezTo>
                  <a:cubicBezTo>
                    <a:pt x="52" y="221"/>
                    <a:pt x="49" y="232"/>
                    <a:pt x="42" y="234"/>
                  </a:cubicBezTo>
                  <a:cubicBezTo>
                    <a:pt x="38" y="235"/>
                    <a:pt x="30" y="228"/>
                    <a:pt x="27" y="232"/>
                  </a:cubicBezTo>
                  <a:cubicBezTo>
                    <a:pt x="24" y="237"/>
                    <a:pt x="38" y="246"/>
                    <a:pt x="27" y="247"/>
                  </a:cubicBezTo>
                  <a:cubicBezTo>
                    <a:pt x="23" y="248"/>
                    <a:pt x="9" y="244"/>
                    <a:pt x="16" y="251"/>
                  </a:cubicBezTo>
                  <a:cubicBezTo>
                    <a:pt x="19" y="254"/>
                    <a:pt x="21" y="256"/>
                    <a:pt x="23" y="258"/>
                  </a:cubicBezTo>
                  <a:cubicBezTo>
                    <a:pt x="25" y="261"/>
                    <a:pt x="30" y="264"/>
                    <a:pt x="30" y="268"/>
                  </a:cubicBezTo>
                  <a:cubicBezTo>
                    <a:pt x="30" y="274"/>
                    <a:pt x="24" y="283"/>
                    <a:pt x="33" y="281"/>
                  </a:cubicBezTo>
                  <a:cubicBezTo>
                    <a:pt x="37" y="281"/>
                    <a:pt x="40" y="279"/>
                    <a:pt x="43" y="282"/>
                  </a:cubicBezTo>
                  <a:cubicBezTo>
                    <a:pt x="44" y="283"/>
                    <a:pt x="44" y="286"/>
                    <a:pt x="45" y="287"/>
                  </a:cubicBezTo>
                  <a:cubicBezTo>
                    <a:pt x="46" y="289"/>
                    <a:pt x="49" y="289"/>
                    <a:pt x="49" y="291"/>
                  </a:cubicBezTo>
                  <a:cubicBezTo>
                    <a:pt x="50" y="301"/>
                    <a:pt x="50" y="301"/>
                    <a:pt x="50" y="301"/>
                  </a:cubicBezTo>
                  <a:cubicBezTo>
                    <a:pt x="51" y="310"/>
                    <a:pt x="48" y="319"/>
                    <a:pt x="50" y="327"/>
                  </a:cubicBezTo>
                  <a:cubicBezTo>
                    <a:pt x="50" y="330"/>
                    <a:pt x="53" y="333"/>
                    <a:pt x="53" y="336"/>
                  </a:cubicBezTo>
                  <a:cubicBezTo>
                    <a:pt x="53" y="339"/>
                    <a:pt x="50" y="340"/>
                    <a:pt x="48" y="342"/>
                  </a:cubicBezTo>
                  <a:cubicBezTo>
                    <a:pt x="44" y="347"/>
                    <a:pt x="50" y="348"/>
                    <a:pt x="49" y="354"/>
                  </a:cubicBezTo>
                  <a:cubicBezTo>
                    <a:pt x="47" y="361"/>
                    <a:pt x="43" y="364"/>
                    <a:pt x="36" y="367"/>
                  </a:cubicBezTo>
                  <a:cubicBezTo>
                    <a:pt x="29" y="371"/>
                    <a:pt x="24" y="375"/>
                    <a:pt x="22" y="383"/>
                  </a:cubicBezTo>
                  <a:cubicBezTo>
                    <a:pt x="22" y="387"/>
                    <a:pt x="20" y="396"/>
                    <a:pt x="14" y="397"/>
                  </a:cubicBezTo>
                  <a:cubicBezTo>
                    <a:pt x="9" y="398"/>
                    <a:pt x="5" y="387"/>
                    <a:pt x="2" y="397"/>
                  </a:cubicBezTo>
                  <a:cubicBezTo>
                    <a:pt x="0" y="405"/>
                    <a:pt x="5" y="413"/>
                    <a:pt x="0" y="421"/>
                  </a:cubicBezTo>
                  <a:cubicBezTo>
                    <a:pt x="0" y="421"/>
                    <a:pt x="0" y="422"/>
                    <a:pt x="1" y="423"/>
                  </a:cubicBezTo>
                  <a:cubicBezTo>
                    <a:pt x="6" y="424"/>
                    <a:pt x="10" y="425"/>
                    <a:pt x="16" y="426"/>
                  </a:cubicBezTo>
                  <a:cubicBezTo>
                    <a:pt x="21" y="430"/>
                    <a:pt x="21" y="430"/>
                    <a:pt x="21" y="430"/>
                  </a:cubicBezTo>
                  <a:cubicBezTo>
                    <a:pt x="27" y="428"/>
                    <a:pt x="33" y="429"/>
                    <a:pt x="39" y="429"/>
                  </a:cubicBezTo>
                  <a:cubicBezTo>
                    <a:pt x="43" y="428"/>
                    <a:pt x="45" y="428"/>
                    <a:pt x="48" y="429"/>
                  </a:cubicBezTo>
                  <a:cubicBezTo>
                    <a:pt x="51" y="429"/>
                    <a:pt x="53" y="431"/>
                    <a:pt x="56" y="431"/>
                  </a:cubicBezTo>
                  <a:cubicBezTo>
                    <a:pt x="61" y="428"/>
                    <a:pt x="63" y="429"/>
                    <a:pt x="68" y="429"/>
                  </a:cubicBezTo>
                  <a:cubicBezTo>
                    <a:pt x="74" y="421"/>
                    <a:pt x="74" y="421"/>
                    <a:pt x="74" y="421"/>
                  </a:cubicBezTo>
                  <a:cubicBezTo>
                    <a:pt x="79" y="423"/>
                    <a:pt x="85" y="428"/>
                    <a:pt x="90" y="426"/>
                  </a:cubicBezTo>
                  <a:cubicBezTo>
                    <a:pt x="91" y="426"/>
                    <a:pt x="93" y="424"/>
                    <a:pt x="95" y="423"/>
                  </a:cubicBezTo>
                  <a:cubicBezTo>
                    <a:pt x="97" y="422"/>
                    <a:pt x="99" y="422"/>
                    <a:pt x="101" y="422"/>
                  </a:cubicBezTo>
                  <a:cubicBezTo>
                    <a:pt x="114" y="421"/>
                    <a:pt x="125" y="425"/>
                    <a:pt x="137" y="428"/>
                  </a:cubicBezTo>
                  <a:cubicBezTo>
                    <a:pt x="144" y="430"/>
                    <a:pt x="144" y="430"/>
                    <a:pt x="144" y="430"/>
                  </a:cubicBezTo>
                  <a:cubicBezTo>
                    <a:pt x="150" y="431"/>
                    <a:pt x="156" y="429"/>
                    <a:pt x="162" y="430"/>
                  </a:cubicBezTo>
                  <a:cubicBezTo>
                    <a:pt x="169" y="431"/>
                    <a:pt x="175" y="434"/>
                    <a:pt x="181" y="432"/>
                  </a:cubicBezTo>
                  <a:cubicBezTo>
                    <a:pt x="188" y="431"/>
                    <a:pt x="194" y="429"/>
                    <a:pt x="201" y="428"/>
                  </a:cubicBezTo>
                  <a:cubicBezTo>
                    <a:pt x="208" y="427"/>
                    <a:pt x="213" y="424"/>
                    <a:pt x="219" y="420"/>
                  </a:cubicBezTo>
                  <a:cubicBezTo>
                    <a:pt x="221" y="419"/>
                    <a:pt x="221" y="419"/>
                    <a:pt x="221" y="419"/>
                  </a:cubicBezTo>
                  <a:cubicBezTo>
                    <a:pt x="230" y="419"/>
                    <a:pt x="230" y="419"/>
                    <a:pt x="230" y="419"/>
                  </a:cubicBezTo>
                  <a:cubicBezTo>
                    <a:pt x="236" y="424"/>
                    <a:pt x="236" y="424"/>
                    <a:pt x="236" y="424"/>
                  </a:cubicBezTo>
                  <a:cubicBezTo>
                    <a:pt x="241" y="425"/>
                    <a:pt x="244" y="421"/>
                    <a:pt x="248" y="420"/>
                  </a:cubicBezTo>
                  <a:cubicBezTo>
                    <a:pt x="255" y="418"/>
                    <a:pt x="255" y="418"/>
                    <a:pt x="255" y="418"/>
                  </a:cubicBezTo>
                  <a:cubicBezTo>
                    <a:pt x="261" y="416"/>
                    <a:pt x="266" y="418"/>
                    <a:pt x="272" y="420"/>
                  </a:cubicBezTo>
                  <a:cubicBezTo>
                    <a:pt x="279" y="423"/>
                    <a:pt x="284" y="423"/>
                    <a:pt x="292" y="422"/>
                  </a:cubicBezTo>
                  <a:cubicBezTo>
                    <a:pt x="297" y="417"/>
                    <a:pt x="302" y="412"/>
                    <a:pt x="309" y="408"/>
                  </a:cubicBezTo>
                  <a:cubicBezTo>
                    <a:pt x="311" y="399"/>
                    <a:pt x="311" y="399"/>
                    <a:pt x="311" y="399"/>
                  </a:cubicBezTo>
                  <a:cubicBezTo>
                    <a:pt x="323" y="392"/>
                    <a:pt x="336" y="395"/>
                    <a:pt x="349" y="398"/>
                  </a:cubicBezTo>
                  <a:cubicBezTo>
                    <a:pt x="351" y="395"/>
                    <a:pt x="348" y="389"/>
                    <a:pt x="346" y="387"/>
                  </a:cubicBezTo>
                  <a:cubicBezTo>
                    <a:pt x="341" y="385"/>
                    <a:pt x="337" y="387"/>
                    <a:pt x="336" y="379"/>
                  </a:cubicBezTo>
                  <a:cubicBezTo>
                    <a:pt x="335" y="377"/>
                    <a:pt x="331" y="377"/>
                    <a:pt x="329" y="374"/>
                  </a:cubicBezTo>
                  <a:cubicBezTo>
                    <a:pt x="328" y="372"/>
                    <a:pt x="325" y="369"/>
                    <a:pt x="324" y="366"/>
                  </a:cubicBezTo>
                  <a:cubicBezTo>
                    <a:pt x="323" y="362"/>
                    <a:pt x="323" y="357"/>
                    <a:pt x="323" y="353"/>
                  </a:cubicBezTo>
                  <a:cubicBezTo>
                    <a:pt x="324" y="342"/>
                    <a:pt x="325" y="332"/>
                    <a:pt x="326" y="322"/>
                  </a:cubicBezTo>
                  <a:cubicBezTo>
                    <a:pt x="328" y="319"/>
                    <a:pt x="333" y="321"/>
                    <a:pt x="335" y="317"/>
                  </a:cubicBezTo>
                  <a:cubicBezTo>
                    <a:pt x="336" y="316"/>
                    <a:pt x="336" y="316"/>
                    <a:pt x="336" y="316"/>
                  </a:cubicBezTo>
                  <a:cubicBezTo>
                    <a:pt x="337" y="314"/>
                    <a:pt x="337" y="314"/>
                    <a:pt x="337" y="314"/>
                  </a:cubicBezTo>
                  <a:cubicBezTo>
                    <a:pt x="338" y="311"/>
                    <a:pt x="336" y="307"/>
                    <a:pt x="336" y="305"/>
                  </a:cubicBezTo>
                  <a:cubicBezTo>
                    <a:pt x="338" y="305"/>
                    <a:pt x="339" y="303"/>
                    <a:pt x="339" y="302"/>
                  </a:cubicBezTo>
                  <a:cubicBezTo>
                    <a:pt x="339" y="300"/>
                    <a:pt x="337" y="298"/>
                    <a:pt x="336" y="297"/>
                  </a:cubicBezTo>
                  <a:cubicBezTo>
                    <a:pt x="339" y="292"/>
                    <a:pt x="346" y="292"/>
                    <a:pt x="352" y="293"/>
                  </a:cubicBezTo>
                  <a:cubicBezTo>
                    <a:pt x="360" y="289"/>
                    <a:pt x="361" y="287"/>
                    <a:pt x="367" y="281"/>
                  </a:cubicBezTo>
                  <a:cubicBezTo>
                    <a:pt x="369" y="281"/>
                    <a:pt x="370" y="281"/>
                    <a:pt x="372" y="281"/>
                  </a:cubicBezTo>
                  <a:cubicBezTo>
                    <a:pt x="375" y="280"/>
                    <a:pt x="375" y="280"/>
                    <a:pt x="375" y="280"/>
                  </a:cubicBezTo>
                  <a:cubicBezTo>
                    <a:pt x="376" y="280"/>
                    <a:pt x="376" y="280"/>
                    <a:pt x="376" y="280"/>
                  </a:cubicBezTo>
                  <a:cubicBezTo>
                    <a:pt x="377" y="282"/>
                    <a:pt x="378" y="283"/>
                    <a:pt x="380" y="285"/>
                  </a:cubicBezTo>
                  <a:cubicBezTo>
                    <a:pt x="383" y="285"/>
                    <a:pt x="383" y="285"/>
                    <a:pt x="383" y="285"/>
                  </a:cubicBezTo>
                  <a:cubicBezTo>
                    <a:pt x="385" y="287"/>
                    <a:pt x="387" y="288"/>
                    <a:pt x="389" y="289"/>
                  </a:cubicBezTo>
                  <a:cubicBezTo>
                    <a:pt x="396" y="285"/>
                    <a:pt x="396" y="285"/>
                    <a:pt x="396" y="285"/>
                  </a:cubicBezTo>
                  <a:cubicBezTo>
                    <a:pt x="393" y="280"/>
                    <a:pt x="392" y="280"/>
                    <a:pt x="392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6DC7E4C0-AC46-E91F-CF0B-EB78584F4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1288" y="3586163"/>
              <a:ext cx="2565400" cy="1119187"/>
            </a:xfrm>
            <a:custGeom>
              <a:avLst/>
              <a:gdLst>
                <a:gd name="T0" fmla="*/ 2147483646 w 674"/>
                <a:gd name="T1" fmla="*/ 826009494 h 294"/>
                <a:gd name="T2" fmla="*/ 2147483646 w 674"/>
                <a:gd name="T3" fmla="*/ 681097618 h 294"/>
                <a:gd name="T4" fmla="*/ 2147483646 w 674"/>
                <a:gd name="T5" fmla="*/ 1072363870 h 294"/>
                <a:gd name="T6" fmla="*/ 2147483646 w 674"/>
                <a:gd name="T7" fmla="*/ 1014398359 h 294"/>
                <a:gd name="T8" fmla="*/ 2147483646 w 674"/>
                <a:gd name="T9" fmla="*/ 753551653 h 294"/>
                <a:gd name="T10" fmla="*/ 2147483646 w 674"/>
                <a:gd name="T11" fmla="*/ 1173802564 h 294"/>
                <a:gd name="T12" fmla="*/ 2147483646 w 674"/>
                <a:gd name="T13" fmla="*/ 1492614782 h 294"/>
                <a:gd name="T14" fmla="*/ 2147483646 w 674"/>
                <a:gd name="T15" fmla="*/ 1318718247 h 294"/>
                <a:gd name="T16" fmla="*/ 2147483646 w 674"/>
                <a:gd name="T17" fmla="*/ 782536312 h 294"/>
                <a:gd name="T18" fmla="*/ 2147483646 w 674"/>
                <a:gd name="T19" fmla="*/ 1043383018 h 294"/>
                <a:gd name="T20" fmla="*/ 2147483646 w 674"/>
                <a:gd name="T21" fmla="*/ 1086856200 h 294"/>
                <a:gd name="T22" fmla="*/ 2147483646 w 674"/>
                <a:gd name="T23" fmla="*/ 782536312 h 294"/>
                <a:gd name="T24" fmla="*/ 2147483646 w 674"/>
                <a:gd name="T25" fmla="*/ 724570800 h 294"/>
                <a:gd name="T26" fmla="*/ 2147483646 w 674"/>
                <a:gd name="T27" fmla="*/ 550674265 h 294"/>
                <a:gd name="T28" fmla="*/ 2147483646 w 674"/>
                <a:gd name="T29" fmla="*/ 318812218 h 294"/>
                <a:gd name="T30" fmla="*/ 2147483646 w 674"/>
                <a:gd name="T31" fmla="*/ 173896535 h 294"/>
                <a:gd name="T32" fmla="*/ 2147483646 w 674"/>
                <a:gd name="T33" fmla="*/ 130423353 h 294"/>
                <a:gd name="T34" fmla="*/ 2147483646 w 674"/>
                <a:gd name="T35" fmla="*/ 260846706 h 294"/>
                <a:gd name="T36" fmla="*/ 1752975121 w 674"/>
                <a:gd name="T37" fmla="*/ 188388865 h 294"/>
                <a:gd name="T38" fmla="*/ 1390789361 w 674"/>
                <a:gd name="T39" fmla="*/ 130423353 h 294"/>
                <a:gd name="T40" fmla="*/ 985144050 w 674"/>
                <a:gd name="T41" fmla="*/ 115931023 h 294"/>
                <a:gd name="T42" fmla="*/ 738858037 w 674"/>
                <a:gd name="T43" fmla="*/ 507201083 h 294"/>
                <a:gd name="T44" fmla="*/ 376672277 w 674"/>
                <a:gd name="T45" fmla="*/ 869486483 h 294"/>
                <a:gd name="T46" fmla="*/ 159363105 w 674"/>
                <a:gd name="T47" fmla="*/ 1144821712 h 294"/>
                <a:gd name="T48" fmla="*/ 28973034 w 674"/>
                <a:gd name="T49" fmla="*/ 1738969159 h 294"/>
                <a:gd name="T50" fmla="*/ 565008416 w 674"/>
                <a:gd name="T51" fmla="*/ 2147483646 h 294"/>
                <a:gd name="T52" fmla="*/ 811294428 w 674"/>
                <a:gd name="T53" fmla="*/ 2147483646 h 294"/>
                <a:gd name="T54" fmla="*/ 796807911 w 674"/>
                <a:gd name="T55" fmla="*/ 2147483646 h 294"/>
                <a:gd name="T56" fmla="*/ 1318352970 w 674"/>
                <a:gd name="T57" fmla="*/ 2147483646 h 294"/>
                <a:gd name="T58" fmla="*/ 1448739235 w 674"/>
                <a:gd name="T59" fmla="*/ 2147483646 h 294"/>
                <a:gd name="T60" fmla="*/ 1579125499 w 674"/>
                <a:gd name="T61" fmla="*/ 2147483646 h 294"/>
                <a:gd name="T62" fmla="*/ 1825411512 w 674"/>
                <a:gd name="T63" fmla="*/ 2147483646 h 294"/>
                <a:gd name="T64" fmla="*/ 2057211007 w 674"/>
                <a:gd name="T65" fmla="*/ 2147483646 h 294"/>
                <a:gd name="T66" fmla="*/ 2147483646 w 674"/>
                <a:gd name="T67" fmla="*/ 2147483646 h 294"/>
                <a:gd name="T68" fmla="*/ 2147483646 w 674"/>
                <a:gd name="T69" fmla="*/ 2147483646 h 294"/>
                <a:gd name="T70" fmla="*/ 2147483646 w 674"/>
                <a:gd name="T71" fmla="*/ 2147483646 h 294"/>
                <a:gd name="T72" fmla="*/ 2147483646 w 674"/>
                <a:gd name="T73" fmla="*/ 2147483646 h 294"/>
                <a:gd name="T74" fmla="*/ 2147483646 w 674"/>
                <a:gd name="T75" fmla="*/ 2147483646 h 294"/>
                <a:gd name="T76" fmla="*/ 2147483646 w 674"/>
                <a:gd name="T77" fmla="*/ 2147483646 h 294"/>
                <a:gd name="T78" fmla="*/ 2147483646 w 674"/>
                <a:gd name="T79" fmla="*/ 2147483646 h 294"/>
                <a:gd name="T80" fmla="*/ 2147483646 w 674"/>
                <a:gd name="T81" fmla="*/ 2147483646 h 294"/>
                <a:gd name="T82" fmla="*/ 2147483646 w 674"/>
                <a:gd name="T83" fmla="*/ 2147483646 h 294"/>
                <a:gd name="T84" fmla="*/ 2147483646 w 674"/>
                <a:gd name="T85" fmla="*/ 2147483646 h 294"/>
                <a:gd name="T86" fmla="*/ 2147483646 w 674"/>
                <a:gd name="T87" fmla="*/ 2147483646 h 294"/>
                <a:gd name="T88" fmla="*/ 2147483646 w 674"/>
                <a:gd name="T89" fmla="*/ 2147483646 h 294"/>
                <a:gd name="T90" fmla="*/ 2147483646 w 674"/>
                <a:gd name="T91" fmla="*/ 2147483646 h 294"/>
                <a:gd name="T92" fmla="*/ 2147483646 w 674"/>
                <a:gd name="T93" fmla="*/ 2147483646 h 294"/>
                <a:gd name="T94" fmla="*/ 2147483646 w 674"/>
                <a:gd name="T95" fmla="*/ 2147483646 h 294"/>
                <a:gd name="T96" fmla="*/ 2147483646 w 674"/>
                <a:gd name="T97" fmla="*/ 2147483646 h 294"/>
                <a:gd name="T98" fmla="*/ 2147483646 w 674"/>
                <a:gd name="T99" fmla="*/ 2147483646 h 294"/>
                <a:gd name="T100" fmla="*/ 2147483646 w 674"/>
                <a:gd name="T101" fmla="*/ 2147483646 h 294"/>
                <a:gd name="T102" fmla="*/ 2147483646 w 674"/>
                <a:gd name="T103" fmla="*/ 2147483646 h 294"/>
                <a:gd name="T104" fmla="*/ 2147483646 w 674"/>
                <a:gd name="T105" fmla="*/ 2147483646 h 294"/>
                <a:gd name="T106" fmla="*/ 2147483646 w 674"/>
                <a:gd name="T107" fmla="*/ 2147483646 h 294"/>
                <a:gd name="T108" fmla="*/ 2147483646 w 674"/>
                <a:gd name="T109" fmla="*/ 2147483646 h 294"/>
                <a:gd name="T110" fmla="*/ 2147483646 w 674"/>
                <a:gd name="T111" fmla="*/ 2147483646 h 294"/>
                <a:gd name="T112" fmla="*/ 2147483646 w 674"/>
                <a:gd name="T113" fmla="*/ 2147483646 h 294"/>
                <a:gd name="T114" fmla="*/ 2147483646 w 674"/>
                <a:gd name="T115" fmla="*/ 1709988306 h 294"/>
                <a:gd name="T116" fmla="*/ 2147483646 w 674"/>
                <a:gd name="T117" fmla="*/ 927451994 h 2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674" h="294">
                  <a:moveTo>
                    <a:pt x="646" y="63"/>
                  </a:moveTo>
                  <a:cubicBezTo>
                    <a:pt x="643" y="64"/>
                    <a:pt x="638" y="66"/>
                    <a:pt x="635" y="65"/>
                  </a:cubicBezTo>
                  <a:cubicBezTo>
                    <a:pt x="632" y="64"/>
                    <a:pt x="631" y="59"/>
                    <a:pt x="630" y="57"/>
                  </a:cubicBezTo>
                  <a:cubicBezTo>
                    <a:pt x="629" y="52"/>
                    <a:pt x="634" y="35"/>
                    <a:pt x="630" y="31"/>
                  </a:cubicBezTo>
                  <a:cubicBezTo>
                    <a:pt x="628" y="29"/>
                    <a:pt x="621" y="30"/>
                    <a:pt x="618" y="32"/>
                  </a:cubicBezTo>
                  <a:cubicBezTo>
                    <a:pt x="614" y="34"/>
                    <a:pt x="613" y="44"/>
                    <a:pt x="610" y="47"/>
                  </a:cubicBezTo>
                  <a:cubicBezTo>
                    <a:pt x="606" y="51"/>
                    <a:pt x="604" y="50"/>
                    <a:pt x="600" y="52"/>
                  </a:cubicBezTo>
                  <a:cubicBezTo>
                    <a:pt x="595" y="54"/>
                    <a:pt x="595" y="60"/>
                    <a:pt x="595" y="64"/>
                  </a:cubicBezTo>
                  <a:cubicBezTo>
                    <a:pt x="596" y="68"/>
                    <a:pt x="596" y="72"/>
                    <a:pt x="592" y="74"/>
                  </a:cubicBezTo>
                  <a:cubicBezTo>
                    <a:pt x="590" y="74"/>
                    <a:pt x="588" y="67"/>
                    <a:pt x="585" y="68"/>
                  </a:cubicBezTo>
                  <a:cubicBezTo>
                    <a:pt x="583" y="68"/>
                    <a:pt x="580" y="69"/>
                    <a:pt x="578" y="70"/>
                  </a:cubicBezTo>
                  <a:cubicBezTo>
                    <a:pt x="572" y="71"/>
                    <a:pt x="567" y="70"/>
                    <a:pt x="562" y="70"/>
                  </a:cubicBezTo>
                  <a:cubicBezTo>
                    <a:pt x="557" y="70"/>
                    <a:pt x="552" y="72"/>
                    <a:pt x="546" y="70"/>
                  </a:cubicBezTo>
                  <a:cubicBezTo>
                    <a:pt x="541" y="68"/>
                    <a:pt x="541" y="65"/>
                    <a:pt x="538" y="61"/>
                  </a:cubicBezTo>
                  <a:cubicBezTo>
                    <a:pt x="535" y="57"/>
                    <a:pt x="531" y="54"/>
                    <a:pt x="526" y="52"/>
                  </a:cubicBezTo>
                  <a:cubicBezTo>
                    <a:pt x="523" y="51"/>
                    <a:pt x="496" y="42"/>
                    <a:pt x="495" y="45"/>
                  </a:cubicBezTo>
                  <a:cubicBezTo>
                    <a:pt x="482" y="46"/>
                    <a:pt x="494" y="59"/>
                    <a:pt x="494" y="65"/>
                  </a:cubicBezTo>
                  <a:cubicBezTo>
                    <a:pt x="494" y="70"/>
                    <a:pt x="492" y="76"/>
                    <a:pt x="494" y="81"/>
                  </a:cubicBezTo>
                  <a:cubicBezTo>
                    <a:pt x="496" y="84"/>
                    <a:pt x="500" y="87"/>
                    <a:pt x="498" y="91"/>
                  </a:cubicBezTo>
                  <a:cubicBezTo>
                    <a:pt x="496" y="95"/>
                    <a:pt x="490" y="93"/>
                    <a:pt x="487" y="94"/>
                  </a:cubicBezTo>
                  <a:cubicBezTo>
                    <a:pt x="482" y="96"/>
                    <a:pt x="478" y="100"/>
                    <a:pt x="474" y="103"/>
                  </a:cubicBezTo>
                  <a:cubicBezTo>
                    <a:pt x="461" y="109"/>
                    <a:pt x="455" y="97"/>
                    <a:pt x="443" y="97"/>
                  </a:cubicBezTo>
                  <a:cubicBezTo>
                    <a:pt x="438" y="97"/>
                    <a:pt x="435" y="98"/>
                    <a:pt x="431" y="96"/>
                  </a:cubicBezTo>
                  <a:cubicBezTo>
                    <a:pt x="427" y="94"/>
                    <a:pt x="425" y="92"/>
                    <a:pt x="420" y="91"/>
                  </a:cubicBezTo>
                  <a:cubicBezTo>
                    <a:pt x="414" y="90"/>
                    <a:pt x="412" y="89"/>
                    <a:pt x="412" y="83"/>
                  </a:cubicBezTo>
                  <a:cubicBezTo>
                    <a:pt x="412" y="76"/>
                    <a:pt x="410" y="77"/>
                    <a:pt x="405" y="72"/>
                  </a:cubicBezTo>
                  <a:cubicBezTo>
                    <a:pt x="400" y="67"/>
                    <a:pt x="403" y="49"/>
                    <a:pt x="392" y="54"/>
                  </a:cubicBezTo>
                  <a:cubicBezTo>
                    <a:pt x="388" y="55"/>
                    <a:pt x="388" y="57"/>
                    <a:pt x="384" y="54"/>
                  </a:cubicBezTo>
                  <a:cubicBezTo>
                    <a:pt x="381" y="50"/>
                    <a:pt x="377" y="47"/>
                    <a:pt x="377" y="55"/>
                  </a:cubicBezTo>
                  <a:cubicBezTo>
                    <a:pt x="358" y="43"/>
                    <a:pt x="372" y="66"/>
                    <a:pt x="362" y="72"/>
                  </a:cubicBezTo>
                  <a:cubicBezTo>
                    <a:pt x="358" y="74"/>
                    <a:pt x="352" y="71"/>
                    <a:pt x="347" y="73"/>
                  </a:cubicBezTo>
                  <a:cubicBezTo>
                    <a:pt x="342" y="74"/>
                    <a:pt x="345" y="76"/>
                    <a:pt x="344" y="80"/>
                  </a:cubicBezTo>
                  <a:cubicBezTo>
                    <a:pt x="341" y="88"/>
                    <a:pt x="326" y="80"/>
                    <a:pt x="323" y="75"/>
                  </a:cubicBezTo>
                  <a:cubicBezTo>
                    <a:pt x="322" y="71"/>
                    <a:pt x="323" y="68"/>
                    <a:pt x="325" y="65"/>
                  </a:cubicBezTo>
                  <a:cubicBezTo>
                    <a:pt x="328" y="62"/>
                    <a:pt x="331" y="59"/>
                    <a:pt x="325" y="57"/>
                  </a:cubicBezTo>
                  <a:cubicBezTo>
                    <a:pt x="323" y="56"/>
                    <a:pt x="316" y="53"/>
                    <a:pt x="313" y="54"/>
                  </a:cubicBezTo>
                  <a:cubicBezTo>
                    <a:pt x="309" y="56"/>
                    <a:pt x="309" y="61"/>
                    <a:pt x="305" y="56"/>
                  </a:cubicBezTo>
                  <a:cubicBezTo>
                    <a:pt x="302" y="54"/>
                    <a:pt x="302" y="50"/>
                    <a:pt x="299" y="48"/>
                  </a:cubicBezTo>
                  <a:cubicBezTo>
                    <a:pt x="295" y="45"/>
                    <a:pt x="292" y="48"/>
                    <a:pt x="288" y="50"/>
                  </a:cubicBezTo>
                  <a:cubicBezTo>
                    <a:pt x="284" y="51"/>
                    <a:pt x="282" y="51"/>
                    <a:pt x="277" y="48"/>
                  </a:cubicBezTo>
                  <a:cubicBezTo>
                    <a:pt x="272" y="45"/>
                    <a:pt x="270" y="46"/>
                    <a:pt x="264" y="47"/>
                  </a:cubicBezTo>
                  <a:cubicBezTo>
                    <a:pt x="261" y="45"/>
                    <a:pt x="257" y="42"/>
                    <a:pt x="255" y="38"/>
                  </a:cubicBezTo>
                  <a:cubicBezTo>
                    <a:pt x="254" y="35"/>
                    <a:pt x="254" y="34"/>
                    <a:pt x="252" y="32"/>
                  </a:cubicBezTo>
                  <a:cubicBezTo>
                    <a:pt x="251" y="30"/>
                    <a:pt x="249" y="29"/>
                    <a:pt x="248" y="26"/>
                  </a:cubicBezTo>
                  <a:cubicBezTo>
                    <a:pt x="247" y="24"/>
                    <a:pt x="247" y="23"/>
                    <a:pt x="244" y="22"/>
                  </a:cubicBezTo>
                  <a:cubicBezTo>
                    <a:pt x="240" y="21"/>
                    <a:pt x="236" y="24"/>
                    <a:pt x="232" y="23"/>
                  </a:cubicBezTo>
                  <a:cubicBezTo>
                    <a:pt x="223" y="22"/>
                    <a:pt x="220" y="16"/>
                    <a:pt x="210" y="16"/>
                  </a:cubicBezTo>
                  <a:cubicBezTo>
                    <a:pt x="205" y="17"/>
                    <a:pt x="203" y="17"/>
                    <a:pt x="202" y="12"/>
                  </a:cubicBezTo>
                  <a:cubicBezTo>
                    <a:pt x="200" y="5"/>
                    <a:pt x="201" y="10"/>
                    <a:pt x="195" y="9"/>
                  </a:cubicBezTo>
                  <a:cubicBezTo>
                    <a:pt x="192" y="8"/>
                    <a:pt x="193" y="4"/>
                    <a:pt x="189" y="3"/>
                  </a:cubicBezTo>
                  <a:cubicBezTo>
                    <a:pt x="183" y="1"/>
                    <a:pt x="183" y="5"/>
                    <a:pt x="184" y="9"/>
                  </a:cubicBezTo>
                  <a:cubicBezTo>
                    <a:pt x="184" y="13"/>
                    <a:pt x="185" y="16"/>
                    <a:pt x="180" y="17"/>
                  </a:cubicBezTo>
                  <a:cubicBezTo>
                    <a:pt x="173" y="18"/>
                    <a:pt x="171" y="16"/>
                    <a:pt x="168" y="12"/>
                  </a:cubicBezTo>
                  <a:cubicBezTo>
                    <a:pt x="161" y="3"/>
                    <a:pt x="158" y="14"/>
                    <a:pt x="154" y="18"/>
                  </a:cubicBezTo>
                  <a:cubicBezTo>
                    <a:pt x="150" y="22"/>
                    <a:pt x="140" y="31"/>
                    <a:pt x="135" y="24"/>
                  </a:cubicBezTo>
                  <a:cubicBezTo>
                    <a:pt x="133" y="21"/>
                    <a:pt x="134" y="17"/>
                    <a:pt x="132" y="14"/>
                  </a:cubicBezTo>
                  <a:cubicBezTo>
                    <a:pt x="129" y="11"/>
                    <a:pt x="125" y="13"/>
                    <a:pt x="121" y="13"/>
                  </a:cubicBezTo>
                  <a:cubicBezTo>
                    <a:pt x="115" y="13"/>
                    <a:pt x="115" y="9"/>
                    <a:pt x="111" y="5"/>
                  </a:cubicBezTo>
                  <a:cubicBezTo>
                    <a:pt x="108" y="3"/>
                    <a:pt x="98" y="0"/>
                    <a:pt x="95" y="3"/>
                  </a:cubicBezTo>
                  <a:cubicBezTo>
                    <a:pt x="96" y="6"/>
                    <a:pt x="98" y="6"/>
                    <a:pt x="96" y="9"/>
                  </a:cubicBezTo>
                  <a:cubicBezTo>
                    <a:pt x="96" y="11"/>
                    <a:pt x="95" y="15"/>
                    <a:pt x="92" y="15"/>
                  </a:cubicBezTo>
                  <a:cubicBezTo>
                    <a:pt x="87" y="14"/>
                    <a:pt x="87" y="5"/>
                    <a:pt x="83" y="3"/>
                  </a:cubicBezTo>
                  <a:cubicBezTo>
                    <a:pt x="78" y="0"/>
                    <a:pt x="72" y="6"/>
                    <a:pt x="68" y="8"/>
                  </a:cubicBezTo>
                  <a:cubicBezTo>
                    <a:pt x="63" y="11"/>
                    <a:pt x="59" y="14"/>
                    <a:pt x="54" y="16"/>
                  </a:cubicBezTo>
                  <a:cubicBezTo>
                    <a:pt x="51" y="18"/>
                    <a:pt x="34" y="23"/>
                    <a:pt x="40" y="29"/>
                  </a:cubicBezTo>
                  <a:cubicBezTo>
                    <a:pt x="43" y="32"/>
                    <a:pt x="51" y="28"/>
                    <a:pt x="51" y="35"/>
                  </a:cubicBezTo>
                  <a:cubicBezTo>
                    <a:pt x="51" y="40"/>
                    <a:pt x="40" y="42"/>
                    <a:pt x="37" y="46"/>
                  </a:cubicBezTo>
                  <a:cubicBezTo>
                    <a:pt x="33" y="52"/>
                    <a:pt x="35" y="56"/>
                    <a:pt x="26" y="59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4" y="61"/>
                    <a:pt x="22" y="61"/>
                    <a:pt x="20" y="63"/>
                  </a:cubicBezTo>
                  <a:cubicBezTo>
                    <a:pt x="19" y="65"/>
                    <a:pt x="19" y="68"/>
                    <a:pt x="19" y="71"/>
                  </a:cubicBezTo>
                  <a:cubicBezTo>
                    <a:pt x="19" y="77"/>
                    <a:pt x="17" y="76"/>
                    <a:pt x="11" y="79"/>
                  </a:cubicBezTo>
                  <a:cubicBezTo>
                    <a:pt x="6" y="82"/>
                    <a:pt x="6" y="87"/>
                    <a:pt x="7" y="92"/>
                  </a:cubicBezTo>
                  <a:cubicBezTo>
                    <a:pt x="7" y="98"/>
                    <a:pt x="7" y="101"/>
                    <a:pt x="5" y="106"/>
                  </a:cubicBezTo>
                  <a:cubicBezTo>
                    <a:pt x="2" y="111"/>
                    <a:pt x="0" y="115"/>
                    <a:pt x="2" y="120"/>
                  </a:cubicBezTo>
                  <a:cubicBezTo>
                    <a:pt x="5" y="126"/>
                    <a:pt x="10" y="125"/>
                    <a:pt x="15" y="126"/>
                  </a:cubicBezTo>
                  <a:cubicBezTo>
                    <a:pt x="27" y="128"/>
                    <a:pt x="32" y="138"/>
                    <a:pt x="36" y="148"/>
                  </a:cubicBezTo>
                  <a:cubicBezTo>
                    <a:pt x="36" y="150"/>
                    <a:pt x="38" y="152"/>
                    <a:pt x="39" y="154"/>
                  </a:cubicBezTo>
                  <a:cubicBezTo>
                    <a:pt x="40" y="157"/>
                    <a:pt x="39" y="160"/>
                    <a:pt x="39" y="164"/>
                  </a:cubicBezTo>
                  <a:cubicBezTo>
                    <a:pt x="39" y="170"/>
                    <a:pt x="42" y="174"/>
                    <a:pt x="49" y="175"/>
                  </a:cubicBezTo>
                  <a:cubicBezTo>
                    <a:pt x="52" y="175"/>
                    <a:pt x="55" y="173"/>
                    <a:pt x="56" y="177"/>
                  </a:cubicBezTo>
                  <a:cubicBezTo>
                    <a:pt x="56" y="179"/>
                    <a:pt x="53" y="183"/>
                    <a:pt x="52" y="185"/>
                  </a:cubicBezTo>
                  <a:cubicBezTo>
                    <a:pt x="46" y="197"/>
                    <a:pt x="33" y="217"/>
                    <a:pt x="45" y="229"/>
                  </a:cubicBezTo>
                  <a:cubicBezTo>
                    <a:pt x="48" y="232"/>
                    <a:pt x="51" y="235"/>
                    <a:pt x="55" y="235"/>
                  </a:cubicBezTo>
                  <a:cubicBezTo>
                    <a:pt x="59" y="235"/>
                    <a:pt x="64" y="229"/>
                    <a:pt x="68" y="232"/>
                  </a:cubicBezTo>
                  <a:cubicBezTo>
                    <a:pt x="72" y="235"/>
                    <a:pt x="70" y="239"/>
                    <a:pt x="75" y="235"/>
                  </a:cubicBezTo>
                  <a:cubicBezTo>
                    <a:pt x="79" y="231"/>
                    <a:pt x="85" y="229"/>
                    <a:pt x="91" y="233"/>
                  </a:cubicBezTo>
                  <a:cubicBezTo>
                    <a:pt x="92" y="232"/>
                    <a:pt x="93" y="231"/>
                    <a:pt x="94" y="230"/>
                  </a:cubicBezTo>
                  <a:cubicBezTo>
                    <a:pt x="95" y="224"/>
                    <a:pt x="97" y="222"/>
                    <a:pt x="100" y="217"/>
                  </a:cubicBezTo>
                  <a:cubicBezTo>
                    <a:pt x="100" y="210"/>
                    <a:pt x="100" y="210"/>
                    <a:pt x="100" y="210"/>
                  </a:cubicBezTo>
                  <a:cubicBezTo>
                    <a:pt x="98" y="209"/>
                    <a:pt x="96" y="206"/>
                    <a:pt x="96" y="204"/>
                  </a:cubicBezTo>
                  <a:cubicBezTo>
                    <a:pt x="98" y="203"/>
                    <a:pt x="101" y="202"/>
                    <a:pt x="104" y="202"/>
                  </a:cubicBezTo>
                  <a:cubicBezTo>
                    <a:pt x="105" y="203"/>
                    <a:pt x="107" y="205"/>
                    <a:pt x="109" y="205"/>
                  </a:cubicBezTo>
                  <a:cubicBezTo>
                    <a:pt x="109" y="203"/>
                    <a:pt x="112" y="200"/>
                    <a:pt x="114" y="199"/>
                  </a:cubicBezTo>
                  <a:cubicBezTo>
                    <a:pt x="123" y="202"/>
                    <a:pt x="123" y="202"/>
                    <a:pt x="123" y="202"/>
                  </a:cubicBezTo>
                  <a:cubicBezTo>
                    <a:pt x="126" y="200"/>
                    <a:pt x="126" y="200"/>
                    <a:pt x="126" y="200"/>
                  </a:cubicBezTo>
                  <a:cubicBezTo>
                    <a:pt x="131" y="200"/>
                    <a:pt x="131" y="200"/>
                    <a:pt x="131" y="200"/>
                  </a:cubicBezTo>
                  <a:cubicBezTo>
                    <a:pt x="136" y="196"/>
                    <a:pt x="136" y="196"/>
                    <a:pt x="136" y="196"/>
                  </a:cubicBezTo>
                  <a:cubicBezTo>
                    <a:pt x="142" y="196"/>
                    <a:pt x="142" y="196"/>
                    <a:pt x="142" y="196"/>
                  </a:cubicBezTo>
                  <a:cubicBezTo>
                    <a:pt x="142" y="194"/>
                    <a:pt x="142" y="192"/>
                    <a:pt x="143" y="191"/>
                  </a:cubicBezTo>
                  <a:cubicBezTo>
                    <a:pt x="147" y="192"/>
                    <a:pt x="151" y="192"/>
                    <a:pt x="155" y="192"/>
                  </a:cubicBezTo>
                  <a:cubicBezTo>
                    <a:pt x="156" y="191"/>
                    <a:pt x="157" y="190"/>
                    <a:pt x="158" y="189"/>
                  </a:cubicBezTo>
                  <a:cubicBezTo>
                    <a:pt x="172" y="186"/>
                    <a:pt x="187" y="188"/>
                    <a:pt x="200" y="183"/>
                  </a:cubicBezTo>
                  <a:cubicBezTo>
                    <a:pt x="204" y="187"/>
                    <a:pt x="207" y="196"/>
                    <a:pt x="214" y="197"/>
                  </a:cubicBezTo>
                  <a:cubicBezTo>
                    <a:pt x="217" y="196"/>
                    <a:pt x="220" y="195"/>
                    <a:pt x="222" y="193"/>
                  </a:cubicBezTo>
                  <a:cubicBezTo>
                    <a:pt x="228" y="194"/>
                    <a:pt x="228" y="194"/>
                    <a:pt x="228" y="194"/>
                  </a:cubicBezTo>
                  <a:cubicBezTo>
                    <a:pt x="230" y="197"/>
                    <a:pt x="230" y="197"/>
                    <a:pt x="230" y="197"/>
                  </a:cubicBezTo>
                  <a:cubicBezTo>
                    <a:pt x="230" y="199"/>
                    <a:pt x="230" y="199"/>
                    <a:pt x="230" y="199"/>
                  </a:cubicBezTo>
                  <a:cubicBezTo>
                    <a:pt x="233" y="200"/>
                    <a:pt x="233" y="200"/>
                    <a:pt x="233" y="200"/>
                  </a:cubicBezTo>
                  <a:cubicBezTo>
                    <a:pt x="237" y="205"/>
                    <a:pt x="237" y="205"/>
                    <a:pt x="237" y="205"/>
                  </a:cubicBezTo>
                  <a:cubicBezTo>
                    <a:pt x="237" y="209"/>
                    <a:pt x="237" y="209"/>
                    <a:pt x="237" y="209"/>
                  </a:cubicBezTo>
                  <a:cubicBezTo>
                    <a:pt x="238" y="210"/>
                    <a:pt x="238" y="210"/>
                    <a:pt x="238" y="210"/>
                  </a:cubicBezTo>
                  <a:cubicBezTo>
                    <a:pt x="240" y="210"/>
                    <a:pt x="243" y="211"/>
                    <a:pt x="245" y="211"/>
                  </a:cubicBezTo>
                  <a:cubicBezTo>
                    <a:pt x="247" y="210"/>
                    <a:pt x="248" y="210"/>
                    <a:pt x="249" y="208"/>
                  </a:cubicBezTo>
                  <a:cubicBezTo>
                    <a:pt x="251" y="208"/>
                    <a:pt x="254" y="207"/>
                    <a:pt x="256" y="206"/>
                  </a:cubicBezTo>
                  <a:cubicBezTo>
                    <a:pt x="260" y="206"/>
                    <a:pt x="263" y="208"/>
                    <a:pt x="267" y="209"/>
                  </a:cubicBezTo>
                  <a:cubicBezTo>
                    <a:pt x="272" y="210"/>
                    <a:pt x="275" y="211"/>
                    <a:pt x="280" y="213"/>
                  </a:cubicBezTo>
                  <a:cubicBezTo>
                    <a:pt x="279" y="216"/>
                    <a:pt x="279" y="219"/>
                    <a:pt x="280" y="221"/>
                  </a:cubicBezTo>
                  <a:cubicBezTo>
                    <a:pt x="284" y="223"/>
                    <a:pt x="284" y="223"/>
                    <a:pt x="284" y="223"/>
                  </a:cubicBezTo>
                  <a:cubicBezTo>
                    <a:pt x="290" y="220"/>
                    <a:pt x="290" y="220"/>
                    <a:pt x="290" y="220"/>
                  </a:cubicBezTo>
                  <a:cubicBezTo>
                    <a:pt x="292" y="217"/>
                    <a:pt x="295" y="212"/>
                    <a:pt x="299" y="210"/>
                  </a:cubicBezTo>
                  <a:cubicBezTo>
                    <a:pt x="305" y="209"/>
                    <a:pt x="306" y="209"/>
                    <a:pt x="312" y="207"/>
                  </a:cubicBezTo>
                  <a:cubicBezTo>
                    <a:pt x="314" y="203"/>
                    <a:pt x="314" y="203"/>
                    <a:pt x="314" y="203"/>
                  </a:cubicBezTo>
                  <a:cubicBezTo>
                    <a:pt x="321" y="202"/>
                    <a:pt x="321" y="202"/>
                    <a:pt x="321" y="202"/>
                  </a:cubicBezTo>
                  <a:cubicBezTo>
                    <a:pt x="328" y="207"/>
                    <a:pt x="334" y="209"/>
                    <a:pt x="342" y="209"/>
                  </a:cubicBezTo>
                  <a:cubicBezTo>
                    <a:pt x="341" y="202"/>
                    <a:pt x="345" y="202"/>
                    <a:pt x="346" y="195"/>
                  </a:cubicBezTo>
                  <a:cubicBezTo>
                    <a:pt x="354" y="192"/>
                    <a:pt x="364" y="193"/>
                    <a:pt x="373" y="192"/>
                  </a:cubicBezTo>
                  <a:cubicBezTo>
                    <a:pt x="376" y="193"/>
                    <a:pt x="376" y="193"/>
                    <a:pt x="376" y="193"/>
                  </a:cubicBezTo>
                  <a:cubicBezTo>
                    <a:pt x="378" y="192"/>
                    <a:pt x="378" y="192"/>
                    <a:pt x="378" y="192"/>
                  </a:cubicBezTo>
                  <a:cubicBezTo>
                    <a:pt x="378" y="189"/>
                    <a:pt x="379" y="185"/>
                    <a:pt x="381" y="183"/>
                  </a:cubicBezTo>
                  <a:cubicBezTo>
                    <a:pt x="385" y="182"/>
                    <a:pt x="398" y="191"/>
                    <a:pt x="400" y="194"/>
                  </a:cubicBezTo>
                  <a:cubicBezTo>
                    <a:pt x="403" y="193"/>
                    <a:pt x="403" y="193"/>
                    <a:pt x="403" y="193"/>
                  </a:cubicBezTo>
                  <a:cubicBezTo>
                    <a:pt x="403" y="195"/>
                    <a:pt x="405" y="197"/>
                    <a:pt x="407" y="198"/>
                  </a:cubicBezTo>
                  <a:cubicBezTo>
                    <a:pt x="407" y="203"/>
                    <a:pt x="421" y="214"/>
                    <a:pt x="424" y="217"/>
                  </a:cubicBezTo>
                  <a:cubicBezTo>
                    <a:pt x="428" y="218"/>
                    <a:pt x="431" y="219"/>
                    <a:pt x="434" y="220"/>
                  </a:cubicBezTo>
                  <a:cubicBezTo>
                    <a:pt x="436" y="220"/>
                    <a:pt x="439" y="218"/>
                    <a:pt x="440" y="217"/>
                  </a:cubicBezTo>
                  <a:cubicBezTo>
                    <a:pt x="442" y="218"/>
                    <a:pt x="445" y="219"/>
                    <a:pt x="447" y="219"/>
                  </a:cubicBezTo>
                  <a:cubicBezTo>
                    <a:pt x="448" y="227"/>
                    <a:pt x="448" y="236"/>
                    <a:pt x="452" y="244"/>
                  </a:cubicBezTo>
                  <a:cubicBezTo>
                    <a:pt x="454" y="247"/>
                    <a:pt x="457" y="250"/>
                    <a:pt x="459" y="254"/>
                  </a:cubicBezTo>
                  <a:cubicBezTo>
                    <a:pt x="461" y="258"/>
                    <a:pt x="461" y="263"/>
                    <a:pt x="462" y="267"/>
                  </a:cubicBezTo>
                  <a:cubicBezTo>
                    <a:pt x="472" y="276"/>
                    <a:pt x="472" y="276"/>
                    <a:pt x="472" y="276"/>
                  </a:cubicBezTo>
                  <a:cubicBezTo>
                    <a:pt x="472" y="277"/>
                    <a:pt x="471" y="278"/>
                    <a:pt x="471" y="279"/>
                  </a:cubicBezTo>
                  <a:cubicBezTo>
                    <a:pt x="476" y="282"/>
                    <a:pt x="476" y="282"/>
                    <a:pt x="476" y="282"/>
                  </a:cubicBezTo>
                  <a:cubicBezTo>
                    <a:pt x="478" y="287"/>
                    <a:pt x="478" y="287"/>
                    <a:pt x="478" y="287"/>
                  </a:cubicBezTo>
                  <a:cubicBezTo>
                    <a:pt x="483" y="288"/>
                    <a:pt x="489" y="289"/>
                    <a:pt x="494" y="292"/>
                  </a:cubicBezTo>
                  <a:cubicBezTo>
                    <a:pt x="497" y="291"/>
                    <a:pt x="497" y="291"/>
                    <a:pt x="497" y="291"/>
                  </a:cubicBezTo>
                  <a:cubicBezTo>
                    <a:pt x="498" y="289"/>
                    <a:pt x="498" y="289"/>
                    <a:pt x="498" y="289"/>
                  </a:cubicBezTo>
                  <a:cubicBezTo>
                    <a:pt x="500" y="289"/>
                    <a:pt x="500" y="289"/>
                    <a:pt x="500" y="289"/>
                  </a:cubicBezTo>
                  <a:cubicBezTo>
                    <a:pt x="501" y="290"/>
                    <a:pt x="501" y="290"/>
                    <a:pt x="501" y="290"/>
                  </a:cubicBezTo>
                  <a:cubicBezTo>
                    <a:pt x="505" y="291"/>
                    <a:pt x="505" y="291"/>
                    <a:pt x="505" y="291"/>
                  </a:cubicBezTo>
                  <a:cubicBezTo>
                    <a:pt x="507" y="294"/>
                    <a:pt x="507" y="294"/>
                    <a:pt x="507" y="294"/>
                  </a:cubicBezTo>
                  <a:cubicBezTo>
                    <a:pt x="513" y="289"/>
                    <a:pt x="513" y="289"/>
                    <a:pt x="513" y="289"/>
                  </a:cubicBezTo>
                  <a:cubicBezTo>
                    <a:pt x="512" y="287"/>
                    <a:pt x="514" y="283"/>
                    <a:pt x="515" y="282"/>
                  </a:cubicBezTo>
                  <a:cubicBezTo>
                    <a:pt x="517" y="281"/>
                    <a:pt x="517" y="281"/>
                    <a:pt x="517" y="281"/>
                  </a:cubicBezTo>
                  <a:cubicBezTo>
                    <a:pt x="527" y="284"/>
                    <a:pt x="539" y="280"/>
                    <a:pt x="547" y="274"/>
                  </a:cubicBezTo>
                  <a:cubicBezTo>
                    <a:pt x="550" y="275"/>
                    <a:pt x="553" y="275"/>
                    <a:pt x="555" y="273"/>
                  </a:cubicBezTo>
                  <a:cubicBezTo>
                    <a:pt x="557" y="275"/>
                    <a:pt x="557" y="275"/>
                    <a:pt x="557" y="275"/>
                  </a:cubicBezTo>
                  <a:cubicBezTo>
                    <a:pt x="560" y="273"/>
                    <a:pt x="560" y="273"/>
                    <a:pt x="560" y="273"/>
                  </a:cubicBezTo>
                  <a:cubicBezTo>
                    <a:pt x="563" y="274"/>
                    <a:pt x="563" y="274"/>
                    <a:pt x="563" y="274"/>
                  </a:cubicBezTo>
                  <a:cubicBezTo>
                    <a:pt x="566" y="272"/>
                    <a:pt x="568" y="271"/>
                    <a:pt x="571" y="271"/>
                  </a:cubicBezTo>
                  <a:cubicBezTo>
                    <a:pt x="575" y="274"/>
                    <a:pt x="575" y="274"/>
                    <a:pt x="575" y="274"/>
                  </a:cubicBezTo>
                  <a:cubicBezTo>
                    <a:pt x="578" y="273"/>
                    <a:pt x="578" y="273"/>
                    <a:pt x="578" y="273"/>
                  </a:cubicBezTo>
                  <a:cubicBezTo>
                    <a:pt x="580" y="271"/>
                    <a:pt x="580" y="271"/>
                    <a:pt x="580" y="271"/>
                  </a:cubicBezTo>
                  <a:cubicBezTo>
                    <a:pt x="584" y="271"/>
                    <a:pt x="587" y="273"/>
                    <a:pt x="588" y="277"/>
                  </a:cubicBezTo>
                  <a:cubicBezTo>
                    <a:pt x="591" y="275"/>
                    <a:pt x="595" y="277"/>
                    <a:pt x="599" y="275"/>
                  </a:cubicBezTo>
                  <a:cubicBezTo>
                    <a:pt x="599" y="274"/>
                    <a:pt x="599" y="274"/>
                    <a:pt x="599" y="274"/>
                  </a:cubicBezTo>
                  <a:cubicBezTo>
                    <a:pt x="599" y="270"/>
                    <a:pt x="605" y="266"/>
                    <a:pt x="607" y="263"/>
                  </a:cubicBezTo>
                  <a:cubicBezTo>
                    <a:pt x="607" y="259"/>
                    <a:pt x="608" y="255"/>
                    <a:pt x="609" y="250"/>
                  </a:cubicBezTo>
                  <a:cubicBezTo>
                    <a:pt x="607" y="244"/>
                    <a:pt x="609" y="239"/>
                    <a:pt x="609" y="232"/>
                  </a:cubicBezTo>
                  <a:cubicBezTo>
                    <a:pt x="610" y="226"/>
                    <a:pt x="609" y="218"/>
                    <a:pt x="613" y="213"/>
                  </a:cubicBezTo>
                  <a:cubicBezTo>
                    <a:pt x="605" y="196"/>
                    <a:pt x="606" y="173"/>
                    <a:pt x="622" y="165"/>
                  </a:cubicBezTo>
                  <a:cubicBezTo>
                    <a:pt x="625" y="157"/>
                    <a:pt x="629" y="158"/>
                    <a:pt x="636" y="154"/>
                  </a:cubicBezTo>
                  <a:cubicBezTo>
                    <a:pt x="644" y="150"/>
                    <a:pt x="653" y="146"/>
                    <a:pt x="659" y="139"/>
                  </a:cubicBezTo>
                  <a:cubicBezTo>
                    <a:pt x="660" y="133"/>
                    <a:pt x="665" y="125"/>
                    <a:pt x="662" y="118"/>
                  </a:cubicBezTo>
                  <a:cubicBezTo>
                    <a:pt x="658" y="116"/>
                    <a:pt x="658" y="116"/>
                    <a:pt x="658" y="116"/>
                  </a:cubicBezTo>
                  <a:cubicBezTo>
                    <a:pt x="657" y="109"/>
                    <a:pt x="665" y="103"/>
                    <a:pt x="670" y="97"/>
                  </a:cubicBezTo>
                  <a:cubicBezTo>
                    <a:pt x="669" y="88"/>
                    <a:pt x="665" y="70"/>
                    <a:pt x="674" y="64"/>
                  </a:cubicBezTo>
                  <a:cubicBezTo>
                    <a:pt x="665" y="62"/>
                    <a:pt x="655" y="62"/>
                    <a:pt x="646" y="63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DFFA8A26-2DE7-4B39-5A33-DD932C3C3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075" y="4195763"/>
              <a:ext cx="803275" cy="1047750"/>
            </a:xfrm>
            <a:custGeom>
              <a:avLst/>
              <a:gdLst>
                <a:gd name="T0" fmla="*/ 2116005279 w 211"/>
                <a:gd name="T1" fmla="*/ 2147483646 h 275"/>
                <a:gd name="T2" fmla="*/ 2101512066 w 211"/>
                <a:gd name="T3" fmla="*/ 2147483646 h 275"/>
                <a:gd name="T4" fmla="*/ 2147483646 w 211"/>
                <a:gd name="T5" fmla="*/ 2147483646 h 275"/>
                <a:gd name="T6" fmla="*/ 2147483646 w 211"/>
                <a:gd name="T7" fmla="*/ 2147483646 h 275"/>
                <a:gd name="T8" fmla="*/ 2147483646 w 211"/>
                <a:gd name="T9" fmla="*/ 2147483646 h 275"/>
                <a:gd name="T10" fmla="*/ 2147483646 w 211"/>
                <a:gd name="T11" fmla="*/ 2147483646 h 275"/>
                <a:gd name="T12" fmla="*/ 2147483646 w 211"/>
                <a:gd name="T13" fmla="*/ 2147483646 h 275"/>
                <a:gd name="T14" fmla="*/ 2147483646 w 211"/>
                <a:gd name="T15" fmla="*/ 2147483646 h 275"/>
                <a:gd name="T16" fmla="*/ 2147483646 w 211"/>
                <a:gd name="T17" fmla="*/ 1785480300 h 275"/>
                <a:gd name="T18" fmla="*/ 2147483646 w 211"/>
                <a:gd name="T19" fmla="*/ 1611287100 h 275"/>
                <a:gd name="T20" fmla="*/ 2147483646 w 211"/>
                <a:gd name="T21" fmla="*/ 1379029500 h 275"/>
                <a:gd name="T22" fmla="*/ 2147483646 w 211"/>
                <a:gd name="T23" fmla="*/ 1262900700 h 275"/>
                <a:gd name="T24" fmla="*/ 2147483646 w 211"/>
                <a:gd name="T25" fmla="*/ 870966000 h 275"/>
                <a:gd name="T26" fmla="*/ 2072525640 w 211"/>
                <a:gd name="T27" fmla="*/ 667740600 h 275"/>
                <a:gd name="T28" fmla="*/ 2147483646 w 211"/>
                <a:gd name="T29" fmla="*/ 406450800 h 275"/>
                <a:gd name="T30" fmla="*/ 2147483646 w 211"/>
                <a:gd name="T31" fmla="*/ 246773700 h 275"/>
                <a:gd name="T32" fmla="*/ 2144991704 w 211"/>
                <a:gd name="T33" fmla="*/ 232257600 h 275"/>
                <a:gd name="T34" fmla="*/ 1898607085 w 211"/>
                <a:gd name="T35" fmla="*/ 377418600 h 275"/>
                <a:gd name="T36" fmla="*/ 1550769975 w 211"/>
                <a:gd name="T37" fmla="*/ 537095700 h 275"/>
                <a:gd name="T38" fmla="*/ 420303175 w 211"/>
                <a:gd name="T39" fmla="*/ 682256700 h 275"/>
                <a:gd name="T40" fmla="*/ 333343897 w 211"/>
                <a:gd name="T41" fmla="*/ 754837200 h 275"/>
                <a:gd name="T42" fmla="*/ 217398194 w 211"/>
                <a:gd name="T43" fmla="*/ 899998200 h 275"/>
                <a:gd name="T44" fmla="*/ 159425342 w 211"/>
                <a:gd name="T45" fmla="*/ 1001610900 h 275"/>
                <a:gd name="T46" fmla="*/ 72466065 w 211"/>
                <a:gd name="T47" fmla="*/ 1117739700 h 275"/>
                <a:gd name="T48" fmla="*/ 28986426 w 211"/>
                <a:gd name="T49" fmla="*/ 1190320200 h 275"/>
                <a:gd name="T50" fmla="*/ 86959277 w 211"/>
                <a:gd name="T51" fmla="*/ 1611287100 h 275"/>
                <a:gd name="T52" fmla="*/ 202904981 w 211"/>
                <a:gd name="T53" fmla="*/ 1814512500 h 275"/>
                <a:gd name="T54" fmla="*/ 376823536 w 211"/>
                <a:gd name="T55" fmla="*/ 1988705700 h 275"/>
                <a:gd name="T56" fmla="*/ 318850684 w 211"/>
                <a:gd name="T57" fmla="*/ 2075802300 h 275"/>
                <a:gd name="T58" fmla="*/ 434796387 w 211"/>
                <a:gd name="T59" fmla="*/ 2147483646 h 275"/>
                <a:gd name="T60" fmla="*/ 565235304 w 211"/>
                <a:gd name="T61" fmla="*/ 2147483646 h 275"/>
                <a:gd name="T62" fmla="*/ 623208155 w 211"/>
                <a:gd name="T63" fmla="*/ 2147483646 h 275"/>
                <a:gd name="T64" fmla="*/ 942055032 w 211"/>
                <a:gd name="T65" fmla="*/ 2147483646 h 275"/>
                <a:gd name="T66" fmla="*/ 1173946439 w 211"/>
                <a:gd name="T67" fmla="*/ 2147483646 h 275"/>
                <a:gd name="T68" fmla="*/ 1101480375 w 211"/>
                <a:gd name="T69" fmla="*/ 2147483646 h 275"/>
                <a:gd name="T70" fmla="*/ 1101480375 w 211"/>
                <a:gd name="T71" fmla="*/ 2147483646 h 275"/>
                <a:gd name="T72" fmla="*/ 1130466800 w 211"/>
                <a:gd name="T73" fmla="*/ 2147483646 h 275"/>
                <a:gd name="T74" fmla="*/ 1101480375 w 211"/>
                <a:gd name="T75" fmla="*/ 2147483646 h 275"/>
                <a:gd name="T76" fmla="*/ 1362358207 w 211"/>
                <a:gd name="T77" fmla="*/ 2147483646 h 275"/>
                <a:gd name="T78" fmla="*/ 1579756401 w 211"/>
                <a:gd name="T79" fmla="*/ 2147483646 h 275"/>
                <a:gd name="T80" fmla="*/ 1840634233 w 211"/>
                <a:gd name="T81" fmla="*/ 2147483646 h 27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11" h="275">
                  <a:moveTo>
                    <a:pt x="130" y="265"/>
                  </a:moveTo>
                  <a:cubicBezTo>
                    <a:pt x="137" y="262"/>
                    <a:pt x="141" y="255"/>
                    <a:pt x="146" y="250"/>
                  </a:cubicBezTo>
                  <a:cubicBezTo>
                    <a:pt x="149" y="247"/>
                    <a:pt x="158" y="242"/>
                    <a:pt x="156" y="238"/>
                  </a:cubicBezTo>
                  <a:cubicBezTo>
                    <a:pt x="152" y="236"/>
                    <a:pt x="142" y="234"/>
                    <a:pt x="145" y="227"/>
                  </a:cubicBezTo>
                  <a:cubicBezTo>
                    <a:pt x="147" y="223"/>
                    <a:pt x="154" y="225"/>
                    <a:pt x="158" y="224"/>
                  </a:cubicBezTo>
                  <a:cubicBezTo>
                    <a:pt x="162" y="224"/>
                    <a:pt x="170" y="224"/>
                    <a:pt x="171" y="219"/>
                  </a:cubicBezTo>
                  <a:cubicBezTo>
                    <a:pt x="172" y="214"/>
                    <a:pt x="167" y="209"/>
                    <a:pt x="167" y="204"/>
                  </a:cubicBezTo>
                  <a:cubicBezTo>
                    <a:pt x="169" y="194"/>
                    <a:pt x="181" y="214"/>
                    <a:pt x="183" y="215"/>
                  </a:cubicBezTo>
                  <a:cubicBezTo>
                    <a:pt x="186" y="215"/>
                    <a:pt x="189" y="212"/>
                    <a:pt x="190" y="211"/>
                  </a:cubicBezTo>
                  <a:cubicBezTo>
                    <a:pt x="193" y="208"/>
                    <a:pt x="196" y="206"/>
                    <a:pt x="200" y="204"/>
                  </a:cubicBezTo>
                  <a:cubicBezTo>
                    <a:pt x="204" y="202"/>
                    <a:pt x="209" y="199"/>
                    <a:pt x="211" y="195"/>
                  </a:cubicBezTo>
                  <a:cubicBezTo>
                    <a:pt x="209" y="193"/>
                    <a:pt x="205" y="191"/>
                    <a:pt x="204" y="189"/>
                  </a:cubicBezTo>
                  <a:cubicBezTo>
                    <a:pt x="204" y="186"/>
                    <a:pt x="209" y="183"/>
                    <a:pt x="208" y="181"/>
                  </a:cubicBezTo>
                  <a:cubicBezTo>
                    <a:pt x="205" y="177"/>
                    <a:pt x="194" y="183"/>
                    <a:pt x="195" y="174"/>
                  </a:cubicBezTo>
                  <a:cubicBezTo>
                    <a:pt x="195" y="168"/>
                    <a:pt x="204" y="166"/>
                    <a:pt x="207" y="161"/>
                  </a:cubicBezTo>
                  <a:cubicBezTo>
                    <a:pt x="211" y="155"/>
                    <a:pt x="200" y="153"/>
                    <a:pt x="195" y="152"/>
                  </a:cubicBezTo>
                  <a:cubicBezTo>
                    <a:pt x="187" y="150"/>
                    <a:pt x="189" y="139"/>
                    <a:pt x="192" y="133"/>
                  </a:cubicBezTo>
                  <a:cubicBezTo>
                    <a:pt x="193" y="130"/>
                    <a:pt x="196" y="126"/>
                    <a:pt x="196" y="123"/>
                  </a:cubicBezTo>
                  <a:cubicBezTo>
                    <a:pt x="195" y="120"/>
                    <a:pt x="190" y="117"/>
                    <a:pt x="187" y="116"/>
                  </a:cubicBezTo>
                  <a:cubicBezTo>
                    <a:pt x="183" y="115"/>
                    <a:pt x="181" y="116"/>
                    <a:pt x="179" y="111"/>
                  </a:cubicBezTo>
                  <a:cubicBezTo>
                    <a:pt x="178" y="108"/>
                    <a:pt x="178" y="105"/>
                    <a:pt x="175" y="102"/>
                  </a:cubicBezTo>
                  <a:cubicBezTo>
                    <a:pt x="173" y="100"/>
                    <a:pt x="171" y="97"/>
                    <a:pt x="169" y="95"/>
                  </a:cubicBezTo>
                  <a:cubicBezTo>
                    <a:pt x="168" y="94"/>
                    <a:pt x="168" y="91"/>
                    <a:pt x="167" y="90"/>
                  </a:cubicBezTo>
                  <a:cubicBezTo>
                    <a:pt x="165" y="89"/>
                    <a:pt x="162" y="88"/>
                    <a:pt x="160" y="87"/>
                  </a:cubicBezTo>
                  <a:cubicBezTo>
                    <a:pt x="155" y="84"/>
                    <a:pt x="143" y="83"/>
                    <a:pt x="144" y="74"/>
                  </a:cubicBezTo>
                  <a:cubicBezTo>
                    <a:pt x="145" y="68"/>
                    <a:pt x="153" y="65"/>
                    <a:pt x="155" y="60"/>
                  </a:cubicBezTo>
                  <a:cubicBezTo>
                    <a:pt x="156" y="55"/>
                    <a:pt x="154" y="54"/>
                    <a:pt x="150" y="52"/>
                  </a:cubicBezTo>
                  <a:cubicBezTo>
                    <a:pt x="147" y="50"/>
                    <a:pt x="143" y="49"/>
                    <a:pt x="143" y="46"/>
                  </a:cubicBezTo>
                  <a:cubicBezTo>
                    <a:pt x="144" y="42"/>
                    <a:pt x="149" y="40"/>
                    <a:pt x="151" y="37"/>
                  </a:cubicBezTo>
                  <a:cubicBezTo>
                    <a:pt x="153" y="35"/>
                    <a:pt x="153" y="30"/>
                    <a:pt x="155" y="28"/>
                  </a:cubicBezTo>
                  <a:cubicBezTo>
                    <a:pt x="157" y="26"/>
                    <a:pt x="161" y="27"/>
                    <a:pt x="164" y="26"/>
                  </a:cubicBezTo>
                  <a:cubicBezTo>
                    <a:pt x="167" y="25"/>
                    <a:pt x="170" y="20"/>
                    <a:pt x="170" y="17"/>
                  </a:cubicBezTo>
                  <a:cubicBezTo>
                    <a:pt x="171" y="12"/>
                    <a:pt x="165" y="0"/>
                    <a:pt x="159" y="3"/>
                  </a:cubicBezTo>
                  <a:cubicBezTo>
                    <a:pt x="155" y="4"/>
                    <a:pt x="150" y="13"/>
                    <a:pt x="148" y="16"/>
                  </a:cubicBezTo>
                  <a:cubicBezTo>
                    <a:pt x="146" y="20"/>
                    <a:pt x="146" y="21"/>
                    <a:pt x="141" y="21"/>
                  </a:cubicBezTo>
                  <a:cubicBezTo>
                    <a:pt x="137" y="22"/>
                    <a:pt x="134" y="23"/>
                    <a:pt x="131" y="26"/>
                  </a:cubicBezTo>
                  <a:cubicBezTo>
                    <a:pt x="128" y="30"/>
                    <a:pt x="127" y="35"/>
                    <a:pt x="123" y="37"/>
                  </a:cubicBezTo>
                  <a:cubicBezTo>
                    <a:pt x="119" y="40"/>
                    <a:pt x="111" y="36"/>
                    <a:pt x="107" y="37"/>
                  </a:cubicBezTo>
                  <a:cubicBezTo>
                    <a:pt x="100" y="40"/>
                    <a:pt x="95" y="45"/>
                    <a:pt x="89" y="39"/>
                  </a:cubicBezTo>
                  <a:cubicBezTo>
                    <a:pt x="75" y="24"/>
                    <a:pt x="46" y="45"/>
                    <a:pt x="29" y="47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2" y="53"/>
                    <a:pt x="21" y="57"/>
                    <a:pt x="21" y="59"/>
                  </a:cubicBezTo>
                  <a:cubicBezTo>
                    <a:pt x="19" y="59"/>
                    <a:pt x="16" y="60"/>
                    <a:pt x="15" y="62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9" y="72"/>
                    <a:pt x="8" y="73"/>
                    <a:pt x="6" y="75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2" y="82"/>
                    <a:pt x="2" y="82"/>
                    <a:pt x="2" y="82"/>
                  </a:cubicBezTo>
                  <a:cubicBezTo>
                    <a:pt x="0" y="89"/>
                    <a:pt x="13" y="97"/>
                    <a:pt x="10" y="105"/>
                  </a:cubicBezTo>
                  <a:cubicBezTo>
                    <a:pt x="9" y="107"/>
                    <a:pt x="7" y="109"/>
                    <a:pt x="6" y="111"/>
                  </a:cubicBezTo>
                  <a:cubicBezTo>
                    <a:pt x="4" y="115"/>
                    <a:pt x="5" y="120"/>
                    <a:pt x="7" y="124"/>
                  </a:cubicBezTo>
                  <a:cubicBezTo>
                    <a:pt x="9" y="125"/>
                    <a:pt x="12" y="125"/>
                    <a:pt x="14" y="125"/>
                  </a:cubicBezTo>
                  <a:cubicBezTo>
                    <a:pt x="16" y="130"/>
                    <a:pt x="18" y="132"/>
                    <a:pt x="23" y="133"/>
                  </a:cubicBezTo>
                  <a:cubicBezTo>
                    <a:pt x="26" y="137"/>
                    <a:pt x="26" y="137"/>
                    <a:pt x="26" y="137"/>
                  </a:cubicBezTo>
                  <a:cubicBezTo>
                    <a:pt x="25" y="140"/>
                    <a:pt x="25" y="140"/>
                    <a:pt x="25" y="140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7" y="151"/>
                    <a:pt x="29" y="156"/>
                    <a:pt x="30" y="158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9" y="165"/>
                    <a:pt x="38" y="169"/>
                    <a:pt x="39" y="173"/>
                  </a:cubicBezTo>
                  <a:cubicBezTo>
                    <a:pt x="39" y="177"/>
                    <a:pt x="41" y="179"/>
                    <a:pt x="43" y="183"/>
                  </a:cubicBezTo>
                  <a:cubicBezTo>
                    <a:pt x="46" y="189"/>
                    <a:pt x="48" y="196"/>
                    <a:pt x="49" y="203"/>
                  </a:cubicBezTo>
                  <a:cubicBezTo>
                    <a:pt x="55" y="206"/>
                    <a:pt x="59" y="211"/>
                    <a:pt x="65" y="215"/>
                  </a:cubicBezTo>
                  <a:cubicBezTo>
                    <a:pt x="71" y="219"/>
                    <a:pt x="73" y="225"/>
                    <a:pt x="74" y="232"/>
                  </a:cubicBezTo>
                  <a:cubicBezTo>
                    <a:pt x="76" y="233"/>
                    <a:pt x="79" y="234"/>
                    <a:pt x="81" y="234"/>
                  </a:cubicBezTo>
                  <a:cubicBezTo>
                    <a:pt x="81" y="236"/>
                    <a:pt x="81" y="236"/>
                    <a:pt x="81" y="236"/>
                  </a:cubicBezTo>
                  <a:cubicBezTo>
                    <a:pt x="79" y="239"/>
                    <a:pt x="77" y="243"/>
                    <a:pt x="76" y="246"/>
                  </a:cubicBezTo>
                  <a:cubicBezTo>
                    <a:pt x="78" y="251"/>
                    <a:pt x="78" y="251"/>
                    <a:pt x="78" y="251"/>
                  </a:cubicBezTo>
                  <a:cubicBezTo>
                    <a:pt x="76" y="253"/>
                    <a:pt x="76" y="253"/>
                    <a:pt x="76" y="253"/>
                  </a:cubicBezTo>
                  <a:cubicBezTo>
                    <a:pt x="76" y="254"/>
                    <a:pt x="76" y="254"/>
                    <a:pt x="76" y="254"/>
                  </a:cubicBezTo>
                  <a:cubicBezTo>
                    <a:pt x="78" y="256"/>
                    <a:pt x="78" y="256"/>
                    <a:pt x="78" y="256"/>
                  </a:cubicBezTo>
                  <a:cubicBezTo>
                    <a:pt x="79" y="258"/>
                    <a:pt x="77" y="262"/>
                    <a:pt x="76" y="264"/>
                  </a:cubicBezTo>
                  <a:cubicBezTo>
                    <a:pt x="76" y="267"/>
                    <a:pt x="76" y="267"/>
                    <a:pt x="76" y="267"/>
                  </a:cubicBezTo>
                  <a:cubicBezTo>
                    <a:pt x="79" y="269"/>
                    <a:pt x="84" y="267"/>
                    <a:pt x="86" y="265"/>
                  </a:cubicBezTo>
                  <a:cubicBezTo>
                    <a:pt x="88" y="267"/>
                    <a:pt x="92" y="269"/>
                    <a:pt x="94" y="269"/>
                  </a:cubicBezTo>
                  <a:cubicBezTo>
                    <a:pt x="95" y="270"/>
                    <a:pt x="99" y="274"/>
                    <a:pt x="100" y="275"/>
                  </a:cubicBezTo>
                  <a:cubicBezTo>
                    <a:pt x="103" y="274"/>
                    <a:pt x="106" y="272"/>
                    <a:pt x="109" y="271"/>
                  </a:cubicBezTo>
                  <a:cubicBezTo>
                    <a:pt x="115" y="270"/>
                    <a:pt x="121" y="271"/>
                    <a:pt x="127" y="270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28" y="268"/>
                    <a:pt x="129" y="266"/>
                    <a:pt x="130" y="265"/>
                  </a:cubicBez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9CF97C6-B48F-0D79-8C8E-09348035B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4850" y="3681413"/>
              <a:ext cx="2322513" cy="1481137"/>
            </a:xfrm>
            <a:custGeom>
              <a:avLst/>
              <a:gdLst>
                <a:gd name="T0" fmla="*/ 2147483646 w 610"/>
                <a:gd name="T1" fmla="*/ 2147483646 h 389"/>
                <a:gd name="T2" fmla="*/ 2147483646 w 610"/>
                <a:gd name="T3" fmla="*/ 2147483646 h 389"/>
                <a:gd name="T4" fmla="*/ 2147483646 w 610"/>
                <a:gd name="T5" fmla="*/ 1913663272 h 389"/>
                <a:gd name="T6" fmla="*/ 2147483646 w 610"/>
                <a:gd name="T7" fmla="*/ 1435244598 h 389"/>
                <a:gd name="T8" fmla="*/ 2147483646 w 610"/>
                <a:gd name="T9" fmla="*/ 797358110 h 389"/>
                <a:gd name="T10" fmla="*/ 2147483646 w 610"/>
                <a:gd name="T11" fmla="*/ 507409360 h 389"/>
                <a:gd name="T12" fmla="*/ 2147483646 w 610"/>
                <a:gd name="T13" fmla="*/ 391431383 h 389"/>
                <a:gd name="T14" fmla="*/ 2147483646 w 610"/>
                <a:gd name="T15" fmla="*/ 333442395 h 389"/>
                <a:gd name="T16" fmla="*/ 2147483646 w 610"/>
                <a:gd name="T17" fmla="*/ 304447901 h 389"/>
                <a:gd name="T18" fmla="*/ 2147483646 w 610"/>
                <a:gd name="T19" fmla="*/ 289948750 h 389"/>
                <a:gd name="T20" fmla="*/ 2147483646 w 610"/>
                <a:gd name="T21" fmla="*/ 202965267 h 389"/>
                <a:gd name="T22" fmla="*/ 2147483646 w 610"/>
                <a:gd name="T23" fmla="*/ 173970773 h 389"/>
                <a:gd name="T24" fmla="*/ 2147483646 w 610"/>
                <a:gd name="T25" fmla="*/ 72488139 h 389"/>
                <a:gd name="T26" fmla="*/ 2147483646 w 610"/>
                <a:gd name="T27" fmla="*/ 231959761 h 389"/>
                <a:gd name="T28" fmla="*/ 2147483646 w 610"/>
                <a:gd name="T29" fmla="*/ 536403855 h 389"/>
                <a:gd name="T30" fmla="*/ 2147483646 w 610"/>
                <a:gd name="T31" fmla="*/ 333442395 h 389"/>
                <a:gd name="T32" fmla="*/ 2147483646 w 610"/>
                <a:gd name="T33" fmla="*/ 434925029 h 389"/>
                <a:gd name="T34" fmla="*/ 2147483646 w 610"/>
                <a:gd name="T35" fmla="*/ 768363616 h 389"/>
                <a:gd name="T36" fmla="*/ 2147483646 w 610"/>
                <a:gd name="T37" fmla="*/ 1203288644 h 389"/>
                <a:gd name="T38" fmla="*/ 1812036065 w 610"/>
                <a:gd name="T39" fmla="*/ 1116301354 h 389"/>
                <a:gd name="T40" fmla="*/ 1478622190 w 610"/>
                <a:gd name="T41" fmla="*/ 1522231889 h 389"/>
                <a:gd name="T42" fmla="*/ 1174197847 w 610"/>
                <a:gd name="T43" fmla="*/ 1986147604 h 389"/>
                <a:gd name="T44" fmla="*/ 710319660 w 610"/>
                <a:gd name="T45" fmla="*/ 2147483646 h 389"/>
                <a:gd name="T46" fmla="*/ 333413874 w 610"/>
                <a:gd name="T47" fmla="*/ 2147483646 h 389"/>
                <a:gd name="T48" fmla="*/ 144962885 w 610"/>
                <a:gd name="T49" fmla="*/ 2147483646 h 389"/>
                <a:gd name="T50" fmla="*/ 246437666 w 610"/>
                <a:gd name="T51" fmla="*/ 2147483646 h 389"/>
                <a:gd name="T52" fmla="*/ 449383421 w 610"/>
                <a:gd name="T53" fmla="*/ 2147483646 h 389"/>
                <a:gd name="T54" fmla="*/ 318919109 w 610"/>
                <a:gd name="T55" fmla="*/ 2147483646 h 389"/>
                <a:gd name="T56" fmla="*/ 942258754 w 610"/>
                <a:gd name="T57" fmla="*/ 2147483646 h 389"/>
                <a:gd name="T58" fmla="*/ 1420635513 w 610"/>
                <a:gd name="T59" fmla="*/ 2147483646 h 389"/>
                <a:gd name="T60" fmla="*/ 1681567945 w 610"/>
                <a:gd name="T61" fmla="*/ 2147483646 h 389"/>
                <a:gd name="T62" fmla="*/ 1565598399 w 610"/>
                <a:gd name="T63" fmla="*/ 2147483646 h 389"/>
                <a:gd name="T64" fmla="*/ 1478622190 w 610"/>
                <a:gd name="T65" fmla="*/ 2147483646 h 389"/>
                <a:gd name="T66" fmla="*/ 2116456601 w 610"/>
                <a:gd name="T67" fmla="*/ 2147483646 h 389"/>
                <a:gd name="T68" fmla="*/ 2147483646 w 610"/>
                <a:gd name="T69" fmla="*/ 2147483646 h 389"/>
                <a:gd name="T70" fmla="*/ 2147483646 w 610"/>
                <a:gd name="T71" fmla="*/ 2147483646 h 389"/>
                <a:gd name="T72" fmla="*/ 2147483646 w 610"/>
                <a:gd name="T73" fmla="*/ 2147483646 h 389"/>
                <a:gd name="T74" fmla="*/ 2147483646 w 610"/>
                <a:gd name="T75" fmla="*/ 2147483646 h 389"/>
                <a:gd name="T76" fmla="*/ 2147483646 w 610"/>
                <a:gd name="T77" fmla="*/ 2147483646 h 389"/>
                <a:gd name="T78" fmla="*/ 2147483646 w 610"/>
                <a:gd name="T79" fmla="*/ 2147483646 h 389"/>
                <a:gd name="T80" fmla="*/ 2147483646 w 610"/>
                <a:gd name="T81" fmla="*/ 2147483646 h 389"/>
                <a:gd name="T82" fmla="*/ 2147483646 w 610"/>
                <a:gd name="T83" fmla="*/ 2147483646 h 389"/>
                <a:gd name="T84" fmla="*/ 2147483646 w 610"/>
                <a:gd name="T85" fmla="*/ 2147483646 h 389"/>
                <a:gd name="T86" fmla="*/ 2147483646 w 610"/>
                <a:gd name="T87" fmla="*/ 2147483646 h 389"/>
                <a:gd name="T88" fmla="*/ 2147483646 w 610"/>
                <a:gd name="T89" fmla="*/ 2147483646 h 389"/>
                <a:gd name="T90" fmla="*/ 2147483646 w 610"/>
                <a:gd name="T91" fmla="*/ 2147483646 h 389"/>
                <a:gd name="T92" fmla="*/ 2147483646 w 610"/>
                <a:gd name="T93" fmla="*/ 2147483646 h 389"/>
                <a:gd name="T94" fmla="*/ 2147483646 w 610"/>
                <a:gd name="T95" fmla="*/ 2147483646 h 389"/>
                <a:gd name="T96" fmla="*/ 2147483646 w 610"/>
                <a:gd name="T97" fmla="*/ 2147483646 h 389"/>
                <a:gd name="T98" fmla="*/ 2147483646 w 610"/>
                <a:gd name="T99" fmla="*/ 2147483646 h 389"/>
                <a:gd name="T100" fmla="*/ 2147483646 w 610"/>
                <a:gd name="T101" fmla="*/ 2147483646 h 389"/>
                <a:gd name="T102" fmla="*/ 2147483646 w 610"/>
                <a:gd name="T103" fmla="*/ 2147483646 h 389"/>
                <a:gd name="T104" fmla="*/ 2147483646 w 610"/>
                <a:gd name="T105" fmla="*/ 2147483646 h 389"/>
                <a:gd name="T106" fmla="*/ 2147483646 w 610"/>
                <a:gd name="T107" fmla="*/ 2147483646 h 389"/>
                <a:gd name="T108" fmla="*/ 2147483646 w 610"/>
                <a:gd name="T109" fmla="*/ 2147483646 h 389"/>
                <a:gd name="T110" fmla="*/ 2147483646 w 610"/>
                <a:gd name="T111" fmla="*/ 2147483646 h 389"/>
                <a:gd name="T112" fmla="*/ 2147483646 w 610"/>
                <a:gd name="T113" fmla="*/ 2147483646 h 389"/>
                <a:gd name="T114" fmla="*/ 2147483646 w 610"/>
                <a:gd name="T115" fmla="*/ 2147483646 h 389"/>
                <a:gd name="T116" fmla="*/ 2147483646 w 610"/>
                <a:gd name="T117" fmla="*/ 2147483646 h 389"/>
                <a:gd name="T118" fmla="*/ 2147483646 w 610"/>
                <a:gd name="T119" fmla="*/ 2147483646 h 389"/>
                <a:gd name="T120" fmla="*/ 2147483646 w 610"/>
                <a:gd name="T121" fmla="*/ 2147483646 h 389"/>
                <a:gd name="T122" fmla="*/ 2147483646 w 610"/>
                <a:gd name="T123" fmla="*/ 2147483646 h 38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10" h="389">
                  <a:moveTo>
                    <a:pt x="595" y="208"/>
                  </a:moveTo>
                  <a:cubicBezTo>
                    <a:pt x="592" y="212"/>
                    <a:pt x="592" y="213"/>
                    <a:pt x="589" y="210"/>
                  </a:cubicBezTo>
                  <a:cubicBezTo>
                    <a:pt x="585" y="206"/>
                    <a:pt x="586" y="206"/>
                    <a:pt x="580" y="208"/>
                  </a:cubicBezTo>
                  <a:cubicBezTo>
                    <a:pt x="572" y="212"/>
                    <a:pt x="567" y="208"/>
                    <a:pt x="562" y="201"/>
                  </a:cubicBezTo>
                  <a:cubicBezTo>
                    <a:pt x="553" y="189"/>
                    <a:pt x="566" y="170"/>
                    <a:pt x="572" y="159"/>
                  </a:cubicBezTo>
                  <a:cubicBezTo>
                    <a:pt x="573" y="157"/>
                    <a:pt x="575" y="154"/>
                    <a:pt x="575" y="152"/>
                  </a:cubicBezTo>
                  <a:cubicBezTo>
                    <a:pt x="574" y="148"/>
                    <a:pt x="571" y="150"/>
                    <a:pt x="568" y="150"/>
                  </a:cubicBezTo>
                  <a:cubicBezTo>
                    <a:pt x="562" y="149"/>
                    <a:pt x="559" y="147"/>
                    <a:pt x="558" y="141"/>
                  </a:cubicBezTo>
                  <a:cubicBezTo>
                    <a:pt x="558" y="138"/>
                    <a:pt x="559" y="135"/>
                    <a:pt x="558" y="132"/>
                  </a:cubicBezTo>
                  <a:cubicBezTo>
                    <a:pt x="558" y="129"/>
                    <a:pt x="556" y="127"/>
                    <a:pt x="555" y="124"/>
                  </a:cubicBezTo>
                  <a:cubicBezTo>
                    <a:pt x="551" y="115"/>
                    <a:pt x="548" y="105"/>
                    <a:pt x="537" y="102"/>
                  </a:cubicBezTo>
                  <a:cubicBezTo>
                    <a:pt x="533" y="100"/>
                    <a:pt x="529" y="101"/>
                    <a:pt x="525" y="99"/>
                  </a:cubicBezTo>
                  <a:cubicBezTo>
                    <a:pt x="520" y="96"/>
                    <a:pt x="519" y="90"/>
                    <a:pt x="521" y="85"/>
                  </a:cubicBezTo>
                  <a:cubicBezTo>
                    <a:pt x="523" y="81"/>
                    <a:pt x="526" y="78"/>
                    <a:pt x="526" y="73"/>
                  </a:cubicBezTo>
                  <a:cubicBezTo>
                    <a:pt x="526" y="67"/>
                    <a:pt x="523" y="60"/>
                    <a:pt x="528" y="55"/>
                  </a:cubicBezTo>
                  <a:cubicBezTo>
                    <a:pt x="531" y="53"/>
                    <a:pt x="537" y="53"/>
                    <a:pt x="539" y="49"/>
                  </a:cubicBezTo>
                  <a:cubicBezTo>
                    <a:pt x="540" y="46"/>
                    <a:pt x="537" y="42"/>
                    <a:pt x="539" y="39"/>
                  </a:cubicBezTo>
                  <a:cubicBezTo>
                    <a:pt x="540" y="36"/>
                    <a:pt x="543" y="36"/>
                    <a:pt x="545" y="35"/>
                  </a:cubicBezTo>
                  <a:cubicBezTo>
                    <a:pt x="545" y="34"/>
                    <a:pt x="545" y="34"/>
                    <a:pt x="545" y="34"/>
                  </a:cubicBezTo>
                  <a:cubicBezTo>
                    <a:pt x="545" y="34"/>
                    <a:pt x="545" y="34"/>
                    <a:pt x="545" y="34"/>
                  </a:cubicBezTo>
                  <a:cubicBezTo>
                    <a:pt x="542" y="31"/>
                    <a:pt x="537" y="30"/>
                    <a:pt x="534" y="27"/>
                  </a:cubicBezTo>
                  <a:cubicBezTo>
                    <a:pt x="532" y="26"/>
                    <a:pt x="530" y="24"/>
                    <a:pt x="527" y="22"/>
                  </a:cubicBezTo>
                  <a:cubicBezTo>
                    <a:pt x="526" y="21"/>
                    <a:pt x="522" y="18"/>
                    <a:pt x="519" y="19"/>
                  </a:cubicBezTo>
                  <a:cubicBezTo>
                    <a:pt x="518" y="19"/>
                    <a:pt x="517" y="22"/>
                    <a:pt x="515" y="23"/>
                  </a:cubicBezTo>
                  <a:cubicBezTo>
                    <a:pt x="512" y="25"/>
                    <a:pt x="506" y="23"/>
                    <a:pt x="502" y="22"/>
                  </a:cubicBezTo>
                  <a:cubicBezTo>
                    <a:pt x="497" y="22"/>
                    <a:pt x="493" y="26"/>
                    <a:pt x="488" y="26"/>
                  </a:cubicBezTo>
                  <a:cubicBezTo>
                    <a:pt x="483" y="26"/>
                    <a:pt x="473" y="26"/>
                    <a:pt x="471" y="21"/>
                  </a:cubicBezTo>
                  <a:cubicBezTo>
                    <a:pt x="466" y="22"/>
                    <a:pt x="464" y="17"/>
                    <a:pt x="460" y="16"/>
                  </a:cubicBezTo>
                  <a:cubicBezTo>
                    <a:pt x="460" y="17"/>
                    <a:pt x="460" y="17"/>
                    <a:pt x="460" y="17"/>
                  </a:cubicBezTo>
                  <a:cubicBezTo>
                    <a:pt x="460" y="21"/>
                    <a:pt x="454" y="20"/>
                    <a:pt x="451" y="20"/>
                  </a:cubicBezTo>
                  <a:cubicBezTo>
                    <a:pt x="445" y="20"/>
                    <a:pt x="438" y="17"/>
                    <a:pt x="432" y="17"/>
                  </a:cubicBezTo>
                  <a:cubicBezTo>
                    <a:pt x="428" y="18"/>
                    <a:pt x="423" y="19"/>
                    <a:pt x="419" y="18"/>
                  </a:cubicBezTo>
                  <a:cubicBezTo>
                    <a:pt x="416" y="17"/>
                    <a:pt x="415" y="15"/>
                    <a:pt x="412" y="14"/>
                  </a:cubicBezTo>
                  <a:cubicBezTo>
                    <a:pt x="406" y="12"/>
                    <a:pt x="400" y="17"/>
                    <a:pt x="395" y="19"/>
                  </a:cubicBezTo>
                  <a:cubicBezTo>
                    <a:pt x="386" y="24"/>
                    <a:pt x="384" y="18"/>
                    <a:pt x="376" y="13"/>
                  </a:cubicBezTo>
                  <a:cubicBezTo>
                    <a:pt x="373" y="10"/>
                    <a:pt x="373" y="12"/>
                    <a:pt x="369" y="12"/>
                  </a:cubicBezTo>
                  <a:cubicBezTo>
                    <a:pt x="364" y="12"/>
                    <a:pt x="362" y="10"/>
                    <a:pt x="359" y="7"/>
                  </a:cubicBezTo>
                  <a:cubicBezTo>
                    <a:pt x="351" y="0"/>
                    <a:pt x="341" y="2"/>
                    <a:pt x="331" y="3"/>
                  </a:cubicBezTo>
                  <a:cubicBezTo>
                    <a:pt x="326" y="4"/>
                    <a:pt x="320" y="4"/>
                    <a:pt x="314" y="5"/>
                  </a:cubicBezTo>
                  <a:cubicBezTo>
                    <a:pt x="309" y="6"/>
                    <a:pt x="306" y="8"/>
                    <a:pt x="301" y="9"/>
                  </a:cubicBezTo>
                  <a:cubicBezTo>
                    <a:pt x="295" y="11"/>
                    <a:pt x="289" y="9"/>
                    <a:pt x="283" y="12"/>
                  </a:cubicBezTo>
                  <a:cubicBezTo>
                    <a:pt x="281" y="13"/>
                    <a:pt x="280" y="15"/>
                    <a:pt x="279" y="16"/>
                  </a:cubicBezTo>
                  <a:cubicBezTo>
                    <a:pt x="276" y="18"/>
                    <a:pt x="274" y="18"/>
                    <a:pt x="272" y="19"/>
                  </a:cubicBezTo>
                  <a:cubicBezTo>
                    <a:pt x="268" y="21"/>
                    <a:pt x="265" y="23"/>
                    <a:pt x="263" y="27"/>
                  </a:cubicBezTo>
                  <a:cubicBezTo>
                    <a:pt x="260" y="33"/>
                    <a:pt x="259" y="35"/>
                    <a:pt x="252" y="37"/>
                  </a:cubicBezTo>
                  <a:cubicBezTo>
                    <a:pt x="248" y="38"/>
                    <a:pt x="241" y="40"/>
                    <a:pt x="240" y="36"/>
                  </a:cubicBezTo>
                  <a:cubicBezTo>
                    <a:pt x="238" y="33"/>
                    <a:pt x="241" y="30"/>
                    <a:pt x="240" y="27"/>
                  </a:cubicBezTo>
                  <a:cubicBezTo>
                    <a:pt x="238" y="24"/>
                    <a:pt x="233" y="23"/>
                    <a:pt x="230" y="23"/>
                  </a:cubicBezTo>
                  <a:cubicBezTo>
                    <a:pt x="226" y="23"/>
                    <a:pt x="223" y="25"/>
                    <a:pt x="219" y="26"/>
                  </a:cubicBezTo>
                  <a:cubicBezTo>
                    <a:pt x="214" y="27"/>
                    <a:pt x="210" y="28"/>
                    <a:pt x="205" y="29"/>
                  </a:cubicBezTo>
                  <a:cubicBezTo>
                    <a:pt x="196" y="31"/>
                    <a:pt x="189" y="31"/>
                    <a:pt x="180" y="30"/>
                  </a:cubicBezTo>
                  <a:cubicBezTo>
                    <a:pt x="175" y="29"/>
                    <a:pt x="172" y="34"/>
                    <a:pt x="168" y="38"/>
                  </a:cubicBezTo>
                  <a:cubicBezTo>
                    <a:pt x="167" y="40"/>
                    <a:pt x="164" y="42"/>
                    <a:pt x="163" y="44"/>
                  </a:cubicBezTo>
                  <a:cubicBezTo>
                    <a:pt x="159" y="49"/>
                    <a:pt x="165" y="49"/>
                    <a:pt x="166" y="53"/>
                  </a:cubicBezTo>
                  <a:cubicBezTo>
                    <a:pt x="166" y="55"/>
                    <a:pt x="161" y="58"/>
                    <a:pt x="161" y="61"/>
                  </a:cubicBezTo>
                  <a:cubicBezTo>
                    <a:pt x="160" y="65"/>
                    <a:pt x="166" y="69"/>
                    <a:pt x="167" y="72"/>
                  </a:cubicBezTo>
                  <a:cubicBezTo>
                    <a:pt x="168" y="75"/>
                    <a:pt x="168" y="80"/>
                    <a:pt x="166" y="83"/>
                  </a:cubicBezTo>
                  <a:cubicBezTo>
                    <a:pt x="164" y="86"/>
                    <a:pt x="157" y="86"/>
                    <a:pt x="153" y="88"/>
                  </a:cubicBezTo>
                  <a:cubicBezTo>
                    <a:pt x="145" y="91"/>
                    <a:pt x="138" y="92"/>
                    <a:pt x="132" y="84"/>
                  </a:cubicBezTo>
                  <a:cubicBezTo>
                    <a:pt x="131" y="82"/>
                    <a:pt x="129" y="77"/>
                    <a:pt x="125" y="77"/>
                  </a:cubicBezTo>
                  <a:cubicBezTo>
                    <a:pt x="121" y="77"/>
                    <a:pt x="118" y="83"/>
                    <a:pt x="114" y="85"/>
                  </a:cubicBezTo>
                  <a:cubicBezTo>
                    <a:pt x="113" y="89"/>
                    <a:pt x="111" y="92"/>
                    <a:pt x="108" y="96"/>
                  </a:cubicBezTo>
                  <a:cubicBezTo>
                    <a:pt x="106" y="99"/>
                    <a:pt x="103" y="101"/>
                    <a:pt x="102" y="105"/>
                  </a:cubicBezTo>
                  <a:cubicBezTo>
                    <a:pt x="100" y="110"/>
                    <a:pt x="99" y="111"/>
                    <a:pt x="94" y="113"/>
                  </a:cubicBezTo>
                  <a:cubicBezTo>
                    <a:pt x="91" y="114"/>
                    <a:pt x="88" y="115"/>
                    <a:pt x="86" y="118"/>
                  </a:cubicBezTo>
                  <a:cubicBezTo>
                    <a:pt x="83" y="124"/>
                    <a:pt x="83" y="131"/>
                    <a:pt x="81" y="137"/>
                  </a:cubicBezTo>
                  <a:cubicBezTo>
                    <a:pt x="79" y="143"/>
                    <a:pt x="77" y="144"/>
                    <a:pt x="71" y="141"/>
                  </a:cubicBezTo>
                  <a:cubicBezTo>
                    <a:pt x="66" y="137"/>
                    <a:pt x="60" y="135"/>
                    <a:pt x="55" y="141"/>
                  </a:cubicBezTo>
                  <a:cubicBezTo>
                    <a:pt x="52" y="144"/>
                    <a:pt x="52" y="148"/>
                    <a:pt x="49" y="151"/>
                  </a:cubicBezTo>
                  <a:cubicBezTo>
                    <a:pt x="46" y="154"/>
                    <a:pt x="41" y="152"/>
                    <a:pt x="39" y="157"/>
                  </a:cubicBezTo>
                  <a:cubicBezTo>
                    <a:pt x="38" y="161"/>
                    <a:pt x="39" y="162"/>
                    <a:pt x="33" y="162"/>
                  </a:cubicBezTo>
                  <a:cubicBezTo>
                    <a:pt x="30" y="163"/>
                    <a:pt x="26" y="163"/>
                    <a:pt x="23" y="162"/>
                  </a:cubicBezTo>
                  <a:cubicBezTo>
                    <a:pt x="12" y="162"/>
                    <a:pt x="10" y="164"/>
                    <a:pt x="5" y="173"/>
                  </a:cubicBezTo>
                  <a:cubicBezTo>
                    <a:pt x="8" y="179"/>
                    <a:pt x="5" y="181"/>
                    <a:pt x="3" y="186"/>
                  </a:cubicBezTo>
                  <a:cubicBezTo>
                    <a:pt x="0" y="194"/>
                    <a:pt x="6" y="188"/>
                    <a:pt x="10" y="187"/>
                  </a:cubicBezTo>
                  <a:cubicBezTo>
                    <a:pt x="15" y="185"/>
                    <a:pt x="18" y="188"/>
                    <a:pt x="19" y="193"/>
                  </a:cubicBezTo>
                  <a:cubicBezTo>
                    <a:pt x="20" y="196"/>
                    <a:pt x="20" y="198"/>
                    <a:pt x="20" y="201"/>
                  </a:cubicBezTo>
                  <a:cubicBezTo>
                    <a:pt x="19" y="203"/>
                    <a:pt x="17" y="206"/>
                    <a:pt x="17" y="209"/>
                  </a:cubicBezTo>
                  <a:cubicBezTo>
                    <a:pt x="17" y="210"/>
                    <a:pt x="18" y="211"/>
                    <a:pt x="19" y="213"/>
                  </a:cubicBezTo>
                  <a:cubicBezTo>
                    <a:pt x="19" y="215"/>
                    <a:pt x="19" y="222"/>
                    <a:pt x="20" y="225"/>
                  </a:cubicBezTo>
                  <a:cubicBezTo>
                    <a:pt x="22" y="230"/>
                    <a:pt x="28" y="233"/>
                    <a:pt x="31" y="238"/>
                  </a:cubicBezTo>
                  <a:cubicBezTo>
                    <a:pt x="33" y="241"/>
                    <a:pt x="34" y="248"/>
                    <a:pt x="33" y="252"/>
                  </a:cubicBezTo>
                  <a:cubicBezTo>
                    <a:pt x="32" y="257"/>
                    <a:pt x="26" y="260"/>
                    <a:pt x="22" y="264"/>
                  </a:cubicBezTo>
                  <a:cubicBezTo>
                    <a:pt x="19" y="266"/>
                    <a:pt x="15" y="273"/>
                    <a:pt x="22" y="273"/>
                  </a:cubicBezTo>
                  <a:cubicBezTo>
                    <a:pt x="28" y="274"/>
                    <a:pt x="30" y="266"/>
                    <a:pt x="34" y="263"/>
                  </a:cubicBezTo>
                  <a:cubicBezTo>
                    <a:pt x="43" y="257"/>
                    <a:pt x="60" y="269"/>
                    <a:pt x="63" y="256"/>
                  </a:cubicBezTo>
                  <a:cubicBezTo>
                    <a:pt x="64" y="251"/>
                    <a:pt x="62" y="247"/>
                    <a:pt x="65" y="243"/>
                  </a:cubicBezTo>
                  <a:cubicBezTo>
                    <a:pt x="68" y="238"/>
                    <a:pt x="73" y="233"/>
                    <a:pt x="78" y="230"/>
                  </a:cubicBezTo>
                  <a:cubicBezTo>
                    <a:pt x="84" y="228"/>
                    <a:pt x="85" y="230"/>
                    <a:pt x="88" y="235"/>
                  </a:cubicBezTo>
                  <a:cubicBezTo>
                    <a:pt x="91" y="240"/>
                    <a:pt x="94" y="245"/>
                    <a:pt x="98" y="249"/>
                  </a:cubicBezTo>
                  <a:cubicBezTo>
                    <a:pt x="102" y="254"/>
                    <a:pt x="108" y="258"/>
                    <a:pt x="109" y="264"/>
                  </a:cubicBezTo>
                  <a:cubicBezTo>
                    <a:pt x="110" y="266"/>
                    <a:pt x="109" y="268"/>
                    <a:pt x="110" y="270"/>
                  </a:cubicBezTo>
                  <a:cubicBezTo>
                    <a:pt x="112" y="273"/>
                    <a:pt x="114" y="273"/>
                    <a:pt x="116" y="275"/>
                  </a:cubicBezTo>
                  <a:cubicBezTo>
                    <a:pt x="119" y="278"/>
                    <a:pt x="118" y="286"/>
                    <a:pt x="116" y="289"/>
                  </a:cubicBezTo>
                  <a:cubicBezTo>
                    <a:pt x="115" y="293"/>
                    <a:pt x="106" y="294"/>
                    <a:pt x="107" y="296"/>
                  </a:cubicBezTo>
                  <a:cubicBezTo>
                    <a:pt x="108" y="312"/>
                    <a:pt x="108" y="312"/>
                    <a:pt x="108" y="312"/>
                  </a:cubicBezTo>
                  <a:cubicBezTo>
                    <a:pt x="108" y="316"/>
                    <a:pt x="108" y="321"/>
                    <a:pt x="107" y="324"/>
                  </a:cubicBezTo>
                  <a:cubicBezTo>
                    <a:pt x="105" y="328"/>
                    <a:pt x="100" y="329"/>
                    <a:pt x="99" y="333"/>
                  </a:cubicBezTo>
                  <a:cubicBezTo>
                    <a:pt x="98" y="339"/>
                    <a:pt x="98" y="340"/>
                    <a:pt x="102" y="338"/>
                  </a:cubicBezTo>
                  <a:cubicBezTo>
                    <a:pt x="106" y="335"/>
                    <a:pt x="109" y="335"/>
                    <a:pt x="113" y="337"/>
                  </a:cubicBezTo>
                  <a:cubicBezTo>
                    <a:pt x="121" y="339"/>
                    <a:pt x="127" y="346"/>
                    <a:pt x="136" y="344"/>
                  </a:cubicBezTo>
                  <a:cubicBezTo>
                    <a:pt x="141" y="343"/>
                    <a:pt x="143" y="339"/>
                    <a:pt x="146" y="335"/>
                  </a:cubicBezTo>
                  <a:cubicBezTo>
                    <a:pt x="150" y="331"/>
                    <a:pt x="153" y="330"/>
                    <a:pt x="159" y="330"/>
                  </a:cubicBezTo>
                  <a:cubicBezTo>
                    <a:pt x="164" y="330"/>
                    <a:pt x="167" y="330"/>
                    <a:pt x="171" y="327"/>
                  </a:cubicBezTo>
                  <a:cubicBezTo>
                    <a:pt x="174" y="325"/>
                    <a:pt x="179" y="320"/>
                    <a:pt x="182" y="325"/>
                  </a:cubicBezTo>
                  <a:cubicBezTo>
                    <a:pt x="184" y="329"/>
                    <a:pt x="179" y="332"/>
                    <a:pt x="178" y="336"/>
                  </a:cubicBezTo>
                  <a:cubicBezTo>
                    <a:pt x="177" y="340"/>
                    <a:pt x="180" y="343"/>
                    <a:pt x="181" y="347"/>
                  </a:cubicBezTo>
                  <a:cubicBezTo>
                    <a:pt x="185" y="356"/>
                    <a:pt x="178" y="359"/>
                    <a:pt x="171" y="364"/>
                  </a:cubicBezTo>
                  <a:cubicBezTo>
                    <a:pt x="168" y="366"/>
                    <a:pt x="166" y="368"/>
                    <a:pt x="165" y="372"/>
                  </a:cubicBezTo>
                  <a:cubicBezTo>
                    <a:pt x="164" y="378"/>
                    <a:pt x="166" y="380"/>
                    <a:pt x="169" y="384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5" y="382"/>
                    <a:pt x="180" y="386"/>
                    <a:pt x="182" y="387"/>
                  </a:cubicBezTo>
                  <a:cubicBezTo>
                    <a:pt x="185" y="387"/>
                    <a:pt x="185" y="387"/>
                    <a:pt x="185" y="387"/>
                  </a:cubicBezTo>
                  <a:cubicBezTo>
                    <a:pt x="186" y="386"/>
                    <a:pt x="190" y="383"/>
                    <a:pt x="192" y="383"/>
                  </a:cubicBezTo>
                  <a:cubicBezTo>
                    <a:pt x="196" y="384"/>
                    <a:pt x="200" y="384"/>
                    <a:pt x="205" y="383"/>
                  </a:cubicBezTo>
                  <a:cubicBezTo>
                    <a:pt x="209" y="383"/>
                    <a:pt x="211" y="384"/>
                    <a:pt x="215" y="385"/>
                  </a:cubicBezTo>
                  <a:cubicBezTo>
                    <a:pt x="219" y="387"/>
                    <a:pt x="224" y="387"/>
                    <a:pt x="228" y="387"/>
                  </a:cubicBezTo>
                  <a:cubicBezTo>
                    <a:pt x="230" y="387"/>
                    <a:pt x="232" y="387"/>
                    <a:pt x="234" y="387"/>
                  </a:cubicBezTo>
                  <a:cubicBezTo>
                    <a:pt x="235" y="388"/>
                    <a:pt x="236" y="389"/>
                    <a:pt x="238" y="389"/>
                  </a:cubicBezTo>
                  <a:cubicBezTo>
                    <a:pt x="245" y="379"/>
                    <a:pt x="245" y="379"/>
                    <a:pt x="245" y="379"/>
                  </a:cubicBezTo>
                  <a:cubicBezTo>
                    <a:pt x="246" y="380"/>
                    <a:pt x="248" y="381"/>
                    <a:pt x="250" y="381"/>
                  </a:cubicBezTo>
                  <a:cubicBezTo>
                    <a:pt x="252" y="378"/>
                    <a:pt x="252" y="378"/>
                    <a:pt x="252" y="378"/>
                  </a:cubicBezTo>
                  <a:cubicBezTo>
                    <a:pt x="254" y="378"/>
                    <a:pt x="254" y="378"/>
                    <a:pt x="254" y="378"/>
                  </a:cubicBezTo>
                  <a:cubicBezTo>
                    <a:pt x="256" y="376"/>
                    <a:pt x="256" y="376"/>
                    <a:pt x="256" y="376"/>
                  </a:cubicBezTo>
                  <a:cubicBezTo>
                    <a:pt x="263" y="373"/>
                    <a:pt x="278" y="376"/>
                    <a:pt x="282" y="373"/>
                  </a:cubicBezTo>
                  <a:cubicBezTo>
                    <a:pt x="286" y="376"/>
                    <a:pt x="286" y="376"/>
                    <a:pt x="286" y="376"/>
                  </a:cubicBezTo>
                  <a:cubicBezTo>
                    <a:pt x="290" y="375"/>
                    <a:pt x="299" y="371"/>
                    <a:pt x="301" y="368"/>
                  </a:cubicBezTo>
                  <a:cubicBezTo>
                    <a:pt x="303" y="368"/>
                    <a:pt x="303" y="368"/>
                    <a:pt x="303" y="368"/>
                  </a:cubicBezTo>
                  <a:cubicBezTo>
                    <a:pt x="304" y="369"/>
                    <a:pt x="303" y="372"/>
                    <a:pt x="303" y="373"/>
                  </a:cubicBezTo>
                  <a:cubicBezTo>
                    <a:pt x="306" y="375"/>
                    <a:pt x="306" y="375"/>
                    <a:pt x="306" y="375"/>
                  </a:cubicBezTo>
                  <a:cubicBezTo>
                    <a:pt x="308" y="374"/>
                    <a:pt x="308" y="374"/>
                    <a:pt x="308" y="374"/>
                  </a:cubicBezTo>
                  <a:cubicBezTo>
                    <a:pt x="312" y="371"/>
                    <a:pt x="311" y="368"/>
                    <a:pt x="312" y="364"/>
                  </a:cubicBezTo>
                  <a:cubicBezTo>
                    <a:pt x="313" y="360"/>
                    <a:pt x="314" y="357"/>
                    <a:pt x="314" y="353"/>
                  </a:cubicBezTo>
                  <a:cubicBezTo>
                    <a:pt x="314" y="352"/>
                    <a:pt x="314" y="352"/>
                    <a:pt x="314" y="352"/>
                  </a:cubicBezTo>
                  <a:cubicBezTo>
                    <a:pt x="319" y="347"/>
                    <a:pt x="319" y="347"/>
                    <a:pt x="319" y="347"/>
                  </a:cubicBezTo>
                  <a:cubicBezTo>
                    <a:pt x="320" y="344"/>
                    <a:pt x="319" y="339"/>
                    <a:pt x="319" y="336"/>
                  </a:cubicBezTo>
                  <a:cubicBezTo>
                    <a:pt x="321" y="334"/>
                    <a:pt x="321" y="330"/>
                    <a:pt x="322" y="327"/>
                  </a:cubicBezTo>
                  <a:cubicBezTo>
                    <a:pt x="323" y="324"/>
                    <a:pt x="324" y="321"/>
                    <a:pt x="327" y="318"/>
                  </a:cubicBezTo>
                  <a:cubicBezTo>
                    <a:pt x="330" y="318"/>
                    <a:pt x="336" y="318"/>
                    <a:pt x="339" y="319"/>
                  </a:cubicBezTo>
                  <a:cubicBezTo>
                    <a:pt x="341" y="318"/>
                    <a:pt x="343" y="317"/>
                    <a:pt x="345" y="316"/>
                  </a:cubicBezTo>
                  <a:cubicBezTo>
                    <a:pt x="349" y="314"/>
                    <a:pt x="350" y="309"/>
                    <a:pt x="354" y="307"/>
                  </a:cubicBezTo>
                  <a:cubicBezTo>
                    <a:pt x="360" y="306"/>
                    <a:pt x="366" y="308"/>
                    <a:pt x="371" y="310"/>
                  </a:cubicBezTo>
                  <a:cubicBezTo>
                    <a:pt x="372" y="311"/>
                    <a:pt x="372" y="315"/>
                    <a:pt x="372" y="317"/>
                  </a:cubicBezTo>
                  <a:cubicBezTo>
                    <a:pt x="375" y="321"/>
                    <a:pt x="375" y="321"/>
                    <a:pt x="375" y="321"/>
                  </a:cubicBezTo>
                  <a:cubicBezTo>
                    <a:pt x="382" y="326"/>
                    <a:pt x="386" y="319"/>
                    <a:pt x="393" y="319"/>
                  </a:cubicBezTo>
                  <a:cubicBezTo>
                    <a:pt x="398" y="320"/>
                    <a:pt x="400" y="326"/>
                    <a:pt x="404" y="328"/>
                  </a:cubicBezTo>
                  <a:cubicBezTo>
                    <a:pt x="405" y="331"/>
                    <a:pt x="405" y="331"/>
                    <a:pt x="405" y="331"/>
                  </a:cubicBezTo>
                  <a:cubicBezTo>
                    <a:pt x="404" y="334"/>
                    <a:pt x="403" y="336"/>
                    <a:pt x="401" y="338"/>
                  </a:cubicBezTo>
                  <a:cubicBezTo>
                    <a:pt x="401" y="340"/>
                    <a:pt x="403" y="343"/>
                    <a:pt x="404" y="345"/>
                  </a:cubicBezTo>
                  <a:cubicBezTo>
                    <a:pt x="406" y="344"/>
                    <a:pt x="408" y="343"/>
                    <a:pt x="410" y="342"/>
                  </a:cubicBezTo>
                  <a:cubicBezTo>
                    <a:pt x="412" y="341"/>
                    <a:pt x="416" y="341"/>
                    <a:pt x="418" y="339"/>
                  </a:cubicBezTo>
                  <a:cubicBezTo>
                    <a:pt x="419" y="337"/>
                    <a:pt x="419" y="337"/>
                    <a:pt x="419" y="337"/>
                  </a:cubicBezTo>
                  <a:cubicBezTo>
                    <a:pt x="421" y="337"/>
                    <a:pt x="421" y="337"/>
                    <a:pt x="421" y="337"/>
                  </a:cubicBezTo>
                  <a:cubicBezTo>
                    <a:pt x="423" y="339"/>
                    <a:pt x="423" y="339"/>
                    <a:pt x="423" y="339"/>
                  </a:cubicBezTo>
                  <a:cubicBezTo>
                    <a:pt x="427" y="338"/>
                    <a:pt x="427" y="338"/>
                    <a:pt x="427" y="338"/>
                  </a:cubicBezTo>
                  <a:cubicBezTo>
                    <a:pt x="432" y="341"/>
                    <a:pt x="437" y="344"/>
                    <a:pt x="439" y="349"/>
                  </a:cubicBezTo>
                  <a:cubicBezTo>
                    <a:pt x="438" y="350"/>
                    <a:pt x="437" y="354"/>
                    <a:pt x="436" y="356"/>
                  </a:cubicBezTo>
                  <a:cubicBezTo>
                    <a:pt x="437" y="358"/>
                    <a:pt x="437" y="358"/>
                    <a:pt x="437" y="358"/>
                  </a:cubicBezTo>
                  <a:cubicBezTo>
                    <a:pt x="445" y="357"/>
                    <a:pt x="449" y="352"/>
                    <a:pt x="454" y="347"/>
                  </a:cubicBezTo>
                  <a:cubicBezTo>
                    <a:pt x="457" y="344"/>
                    <a:pt x="459" y="342"/>
                    <a:pt x="462" y="340"/>
                  </a:cubicBezTo>
                  <a:cubicBezTo>
                    <a:pt x="466" y="339"/>
                    <a:pt x="471" y="338"/>
                    <a:pt x="474" y="336"/>
                  </a:cubicBezTo>
                  <a:cubicBezTo>
                    <a:pt x="480" y="340"/>
                    <a:pt x="480" y="340"/>
                    <a:pt x="480" y="340"/>
                  </a:cubicBezTo>
                  <a:cubicBezTo>
                    <a:pt x="489" y="335"/>
                    <a:pt x="489" y="335"/>
                    <a:pt x="489" y="335"/>
                  </a:cubicBezTo>
                  <a:cubicBezTo>
                    <a:pt x="486" y="331"/>
                    <a:pt x="486" y="331"/>
                    <a:pt x="486" y="331"/>
                  </a:cubicBezTo>
                  <a:cubicBezTo>
                    <a:pt x="486" y="329"/>
                    <a:pt x="486" y="329"/>
                    <a:pt x="486" y="329"/>
                  </a:cubicBezTo>
                  <a:cubicBezTo>
                    <a:pt x="493" y="328"/>
                    <a:pt x="501" y="321"/>
                    <a:pt x="506" y="316"/>
                  </a:cubicBezTo>
                  <a:cubicBezTo>
                    <a:pt x="512" y="310"/>
                    <a:pt x="507" y="303"/>
                    <a:pt x="509" y="296"/>
                  </a:cubicBezTo>
                  <a:cubicBezTo>
                    <a:pt x="513" y="295"/>
                    <a:pt x="518" y="301"/>
                    <a:pt x="523" y="302"/>
                  </a:cubicBezTo>
                  <a:cubicBezTo>
                    <a:pt x="525" y="301"/>
                    <a:pt x="525" y="301"/>
                    <a:pt x="525" y="301"/>
                  </a:cubicBezTo>
                  <a:cubicBezTo>
                    <a:pt x="526" y="298"/>
                    <a:pt x="526" y="298"/>
                    <a:pt x="526" y="298"/>
                  </a:cubicBezTo>
                  <a:cubicBezTo>
                    <a:pt x="530" y="296"/>
                    <a:pt x="530" y="296"/>
                    <a:pt x="530" y="296"/>
                  </a:cubicBezTo>
                  <a:cubicBezTo>
                    <a:pt x="532" y="297"/>
                    <a:pt x="535" y="297"/>
                    <a:pt x="537" y="296"/>
                  </a:cubicBezTo>
                  <a:cubicBezTo>
                    <a:pt x="538" y="294"/>
                    <a:pt x="539" y="291"/>
                    <a:pt x="539" y="289"/>
                  </a:cubicBezTo>
                  <a:cubicBezTo>
                    <a:pt x="540" y="287"/>
                    <a:pt x="540" y="287"/>
                    <a:pt x="540" y="287"/>
                  </a:cubicBezTo>
                  <a:cubicBezTo>
                    <a:pt x="544" y="287"/>
                    <a:pt x="552" y="292"/>
                    <a:pt x="556" y="294"/>
                  </a:cubicBezTo>
                  <a:cubicBezTo>
                    <a:pt x="560" y="294"/>
                    <a:pt x="560" y="294"/>
                    <a:pt x="560" y="294"/>
                  </a:cubicBezTo>
                  <a:cubicBezTo>
                    <a:pt x="566" y="291"/>
                    <a:pt x="566" y="286"/>
                    <a:pt x="569" y="281"/>
                  </a:cubicBezTo>
                  <a:cubicBezTo>
                    <a:pt x="581" y="262"/>
                    <a:pt x="581" y="262"/>
                    <a:pt x="581" y="262"/>
                  </a:cubicBezTo>
                  <a:cubicBezTo>
                    <a:pt x="583" y="259"/>
                    <a:pt x="584" y="257"/>
                    <a:pt x="588" y="255"/>
                  </a:cubicBezTo>
                  <a:cubicBezTo>
                    <a:pt x="590" y="252"/>
                    <a:pt x="589" y="249"/>
                    <a:pt x="588" y="245"/>
                  </a:cubicBezTo>
                  <a:cubicBezTo>
                    <a:pt x="589" y="243"/>
                    <a:pt x="591" y="241"/>
                    <a:pt x="592" y="238"/>
                  </a:cubicBezTo>
                  <a:cubicBezTo>
                    <a:pt x="591" y="236"/>
                    <a:pt x="591" y="232"/>
                    <a:pt x="591" y="229"/>
                  </a:cubicBezTo>
                  <a:cubicBezTo>
                    <a:pt x="594" y="225"/>
                    <a:pt x="602" y="216"/>
                    <a:pt x="607" y="215"/>
                  </a:cubicBezTo>
                  <a:cubicBezTo>
                    <a:pt x="607" y="210"/>
                    <a:pt x="607" y="210"/>
                    <a:pt x="607" y="210"/>
                  </a:cubicBezTo>
                  <a:cubicBezTo>
                    <a:pt x="608" y="209"/>
                    <a:pt x="609" y="208"/>
                    <a:pt x="610" y="208"/>
                  </a:cubicBezTo>
                  <a:cubicBezTo>
                    <a:pt x="606" y="205"/>
                    <a:pt x="598" y="204"/>
                    <a:pt x="595" y="208"/>
                  </a:cubicBezTo>
                  <a:close/>
                </a:path>
              </a:pathLst>
            </a:custGeom>
            <a:solidFill>
              <a:schemeClr val="accent4">
                <a:lumMod val="95000"/>
              </a:schemeClr>
            </a:solidFill>
            <a:ln w="7937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 dirty="0"/>
            </a:p>
          </p:txBody>
        </p:sp>
      </p:grpSp>
      <p:sp>
        <p:nvSpPr>
          <p:cNvPr id="2" name="Google Shape;304;p34">
            <a:extLst>
              <a:ext uri="{FF2B5EF4-FFF2-40B4-BE49-F238E27FC236}">
                <a16:creationId xmlns:a16="http://schemas.microsoft.com/office/drawing/2014/main" id="{F113AB56-1467-5E91-CF28-5A673FD98047}"/>
              </a:ext>
            </a:extLst>
          </p:cNvPr>
          <p:cNvSpPr txBox="1">
            <a:spLocks/>
          </p:cNvSpPr>
          <p:nvPr/>
        </p:nvSpPr>
        <p:spPr>
          <a:xfrm>
            <a:off x="3515360" y="2549214"/>
            <a:ext cx="802916" cy="30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sz="900" dirty="0" err="1">
                <a:solidFill>
                  <a:schemeClr val="bg1"/>
                </a:solidFill>
              </a:rPr>
              <a:t>Košický</a:t>
            </a:r>
            <a:r>
              <a:rPr lang="en-GB" sz="900" dirty="0">
                <a:solidFill>
                  <a:schemeClr val="bg1"/>
                </a:solidFill>
              </a:rPr>
              <a:t> </a:t>
            </a:r>
            <a:r>
              <a:rPr lang="en-GB" sz="900" dirty="0" err="1">
                <a:solidFill>
                  <a:schemeClr val="bg1"/>
                </a:solidFill>
              </a:rPr>
              <a:t>kraj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3" name="Google Shape;304;p34">
            <a:extLst>
              <a:ext uri="{FF2B5EF4-FFF2-40B4-BE49-F238E27FC236}">
                <a16:creationId xmlns:a16="http://schemas.microsoft.com/office/drawing/2014/main" id="{84566185-BF88-1719-F43D-8EBC8496F9C9}"/>
              </a:ext>
            </a:extLst>
          </p:cNvPr>
          <p:cNvSpPr txBox="1">
            <a:spLocks/>
          </p:cNvSpPr>
          <p:nvPr/>
        </p:nvSpPr>
        <p:spPr>
          <a:xfrm>
            <a:off x="1108259" y="2333828"/>
            <a:ext cx="802916" cy="30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ctr"/>
            <a:r>
              <a:rPr lang="en-GB" sz="900" dirty="0" err="1">
                <a:solidFill>
                  <a:schemeClr val="bg1"/>
                </a:solidFill>
              </a:rPr>
              <a:t>Trenčiansky</a:t>
            </a:r>
            <a:r>
              <a:rPr lang="en-GB" sz="900" dirty="0">
                <a:solidFill>
                  <a:schemeClr val="bg1"/>
                </a:solidFill>
              </a:rPr>
              <a:t> </a:t>
            </a:r>
            <a:r>
              <a:rPr lang="en-GB" sz="900" dirty="0" err="1">
                <a:solidFill>
                  <a:schemeClr val="bg1"/>
                </a:solidFill>
              </a:rPr>
              <a:t>kraj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4" name="Google Shape;304;p34">
            <a:extLst>
              <a:ext uri="{FF2B5EF4-FFF2-40B4-BE49-F238E27FC236}">
                <a16:creationId xmlns:a16="http://schemas.microsoft.com/office/drawing/2014/main" id="{53210500-6621-E9D0-3B1F-C01510FAC9B1}"/>
              </a:ext>
            </a:extLst>
          </p:cNvPr>
          <p:cNvSpPr txBox="1">
            <a:spLocks/>
          </p:cNvSpPr>
          <p:nvPr/>
        </p:nvSpPr>
        <p:spPr>
          <a:xfrm>
            <a:off x="1199956" y="3139876"/>
            <a:ext cx="744265" cy="30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ctr"/>
            <a:r>
              <a:rPr lang="en-GB" sz="900" dirty="0" err="1">
                <a:solidFill>
                  <a:schemeClr val="bg1"/>
                </a:solidFill>
              </a:rPr>
              <a:t>Nitriansky</a:t>
            </a:r>
            <a:r>
              <a:rPr lang="en-GB" sz="900" dirty="0">
                <a:solidFill>
                  <a:schemeClr val="bg1"/>
                </a:solidFill>
              </a:rPr>
              <a:t> </a:t>
            </a:r>
            <a:r>
              <a:rPr lang="en-GB" sz="900" dirty="0" err="1">
                <a:solidFill>
                  <a:schemeClr val="bg1"/>
                </a:solidFill>
              </a:rPr>
              <a:t>kraj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5" name="Google Shape;304;p34">
            <a:extLst>
              <a:ext uri="{FF2B5EF4-FFF2-40B4-BE49-F238E27FC236}">
                <a16:creationId xmlns:a16="http://schemas.microsoft.com/office/drawing/2014/main" id="{E8AF3C9F-0247-F9F0-01C9-5DD1CEEA448F}"/>
              </a:ext>
            </a:extLst>
          </p:cNvPr>
          <p:cNvSpPr txBox="1">
            <a:spLocks/>
          </p:cNvSpPr>
          <p:nvPr/>
        </p:nvSpPr>
        <p:spPr>
          <a:xfrm>
            <a:off x="288283" y="2938403"/>
            <a:ext cx="802916" cy="30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ctr"/>
            <a:r>
              <a:rPr lang="en-GB" sz="900" dirty="0" err="1">
                <a:solidFill>
                  <a:schemeClr val="tx1">
                    <a:lumMod val="50000"/>
                  </a:schemeClr>
                </a:solidFill>
              </a:rPr>
              <a:t>Bratislavský</a:t>
            </a:r>
            <a:r>
              <a:rPr lang="en-GB" sz="9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900" dirty="0" err="1">
                <a:solidFill>
                  <a:schemeClr val="tx1">
                    <a:lumMod val="50000"/>
                  </a:schemeClr>
                </a:solidFill>
              </a:rPr>
              <a:t>kraj</a:t>
            </a:r>
            <a:endParaRPr lang="en-GB" sz="9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86765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78AA39A1-9BA4-FB41-A3AB-22996E3F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53D2E9A5-0830-5E5D-A6D3-DE7B2945D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k-SK" sz="1600" dirty="0"/>
              <a:t>Existujú regionálne rozdiely v používaní zliav?</a:t>
            </a:r>
            <a:endParaRPr sz="16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5CBFBB8-720F-3EE1-1B53-D6F2AA03A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399131"/>
              </p:ext>
            </p:extLst>
          </p:nvPr>
        </p:nvGraphicFramePr>
        <p:xfrm>
          <a:off x="311728" y="959536"/>
          <a:ext cx="8520543" cy="3870553"/>
        </p:xfrm>
        <a:graphic>
          <a:graphicData uri="http://schemas.openxmlformats.org/drawingml/2006/table">
            <a:tbl>
              <a:tblPr/>
              <a:tblGrid>
                <a:gridCol w="847897">
                  <a:extLst>
                    <a:ext uri="{9D8B030D-6E8A-4147-A177-3AD203B41FA5}">
                      <a16:colId xmlns:a16="http://schemas.microsoft.com/office/drawing/2014/main" val="579520630"/>
                    </a:ext>
                  </a:extLst>
                </a:gridCol>
                <a:gridCol w="906088">
                  <a:extLst>
                    <a:ext uri="{9D8B030D-6E8A-4147-A177-3AD203B41FA5}">
                      <a16:colId xmlns:a16="http://schemas.microsoft.com/office/drawing/2014/main" val="215425140"/>
                    </a:ext>
                  </a:extLst>
                </a:gridCol>
                <a:gridCol w="931025">
                  <a:extLst>
                    <a:ext uri="{9D8B030D-6E8A-4147-A177-3AD203B41FA5}">
                      <a16:colId xmlns:a16="http://schemas.microsoft.com/office/drawing/2014/main" val="1863563010"/>
                    </a:ext>
                  </a:extLst>
                </a:gridCol>
                <a:gridCol w="910038">
                  <a:extLst>
                    <a:ext uri="{9D8B030D-6E8A-4147-A177-3AD203B41FA5}">
                      <a16:colId xmlns:a16="http://schemas.microsoft.com/office/drawing/2014/main" val="614878304"/>
                    </a:ext>
                  </a:extLst>
                </a:gridCol>
                <a:gridCol w="750148">
                  <a:extLst>
                    <a:ext uri="{9D8B030D-6E8A-4147-A177-3AD203B41FA5}">
                      <a16:colId xmlns:a16="http://schemas.microsoft.com/office/drawing/2014/main" val="2801568542"/>
                    </a:ext>
                  </a:extLst>
                </a:gridCol>
                <a:gridCol w="721840">
                  <a:extLst>
                    <a:ext uri="{9D8B030D-6E8A-4147-A177-3AD203B41FA5}">
                      <a16:colId xmlns:a16="http://schemas.microsoft.com/office/drawing/2014/main" val="2391653900"/>
                    </a:ext>
                  </a:extLst>
                </a:gridCol>
                <a:gridCol w="905838">
                  <a:extLst>
                    <a:ext uri="{9D8B030D-6E8A-4147-A177-3AD203B41FA5}">
                      <a16:colId xmlns:a16="http://schemas.microsoft.com/office/drawing/2014/main" val="1543049167"/>
                    </a:ext>
                  </a:extLst>
                </a:gridCol>
                <a:gridCol w="1019067">
                  <a:extLst>
                    <a:ext uri="{9D8B030D-6E8A-4147-A177-3AD203B41FA5}">
                      <a16:colId xmlns:a16="http://schemas.microsoft.com/office/drawing/2014/main" val="1767059278"/>
                    </a:ext>
                  </a:extLst>
                </a:gridCol>
                <a:gridCol w="905838">
                  <a:extLst>
                    <a:ext uri="{9D8B030D-6E8A-4147-A177-3AD203B41FA5}">
                      <a16:colId xmlns:a16="http://schemas.microsoft.com/office/drawing/2014/main" val="4207287407"/>
                    </a:ext>
                  </a:extLst>
                </a:gridCol>
                <a:gridCol w="622764">
                  <a:extLst>
                    <a:ext uri="{9D8B030D-6E8A-4147-A177-3AD203B41FA5}">
                      <a16:colId xmlns:a16="http://schemas.microsoft.com/office/drawing/2014/main" val="981657750"/>
                    </a:ext>
                  </a:extLst>
                </a:gridCol>
              </a:tblGrid>
              <a:tr h="75300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Mesto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Počet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zákazníkov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Priemerná</a:t>
                      </a: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tržba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Priemerná</a:t>
                      </a: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zľava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Celková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tržba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Celková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zľava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Discount rate</a:t>
                      </a:r>
                      <a:endParaRPr lang="en-GB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Podiel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nákupov</a:t>
                      </a: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so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zľavou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Priemerný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počet</a:t>
                      </a: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GB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nákupov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Burn rate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95876"/>
                  </a:ext>
                </a:extLst>
              </a:tr>
              <a:tr h="62350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Michalovce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XXX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XXX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3,85 %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30,77 %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3,92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56,90 %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552865"/>
                  </a:ext>
                </a:extLst>
              </a:tr>
              <a:tr h="62350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Nové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GB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Zámky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3,53 %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19,87 %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3,75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54,86 %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541109"/>
                  </a:ext>
                </a:extLst>
              </a:tr>
              <a:tr h="62350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Košice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XXX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XXX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3,14 %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34,13 %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2,93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57,56 %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434523"/>
                  </a:ext>
                </a:extLst>
              </a:tr>
              <a:tr h="62350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Pezinok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 XXX,XX€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3,04 %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29,07 %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2,96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49,87 %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36012"/>
                  </a:ext>
                </a:extLst>
              </a:tr>
              <a:tr h="62350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Myjava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XXX,XX €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2,96 %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31,62 %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2,71</a:t>
                      </a:r>
                      <a:endParaRPr lang="en-GB" sz="120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42,42 %</a:t>
                      </a:r>
                      <a:endParaRPr lang="en-GB" sz="1200" dirty="0">
                        <a:effectLst/>
                      </a:endParaRPr>
                    </a:p>
                  </a:txBody>
                  <a:tcPr marL="52917" marR="52917" marT="52917" marB="529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445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20718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B3671EB9-DA56-49A5-9CDC-2CF26FF2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>
            <a:extLst>
              <a:ext uri="{FF2B5EF4-FFF2-40B4-BE49-F238E27FC236}">
                <a16:creationId xmlns:a16="http://schemas.microsoft.com/office/drawing/2014/main" id="{05E7633E-6788-BEB0-9002-3A9F41AFB6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Hypotéza</a:t>
            </a:r>
            <a:r>
              <a:rPr lang="en" dirty="0"/>
              <a:t> D</a:t>
            </a:r>
            <a:endParaRPr dirty="0"/>
          </a:p>
        </p:txBody>
      </p:sp>
      <p:sp>
        <p:nvSpPr>
          <p:cNvPr id="319" name="Google Shape;319;p35">
            <a:extLst>
              <a:ext uri="{FF2B5EF4-FFF2-40B4-BE49-F238E27FC236}">
                <a16:creationId xmlns:a16="http://schemas.microsoft.com/office/drawing/2014/main" id="{5CAED06F-3C6F-B34D-CC19-A4E9B111E52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62895" y="1310919"/>
            <a:ext cx="6522159" cy="319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Výsledky</a:t>
            </a:r>
            <a:r>
              <a:rPr lang="en-GB" dirty="0"/>
              <a:t> </a:t>
            </a:r>
            <a:r>
              <a:rPr lang="en-GB" dirty="0" err="1"/>
              <a:t>preto</a:t>
            </a:r>
            <a:r>
              <a:rPr lang="en-GB" dirty="0"/>
              <a:t> </a:t>
            </a:r>
            <a:r>
              <a:rPr lang="en-GB" dirty="0" err="1"/>
              <a:t>naznačujú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regionálne</a:t>
            </a:r>
            <a:r>
              <a:rPr lang="en-GB" dirty="0"/>
              <a:t> </a:t>
            </a:r>
            <a:r>
              <a:rPr lang="en-GB" dirty="0" err="1"/>
              <a:t>rozdiely</a:t>
            </a:r>
            <a:r>
              <a:rPr lang="en-GB" dirty="0"/>
              <a:t> v </a:t>
            </a:r>
            <a:r>
              <a:rPr lang="en-GB" dirty="0" err="1"/>
              <a:t>zľavovom</a:t>
            </a:r>
            <a:r>
              <a:rPr lang="en-GB" dirty="0"/>
              <a:t> </a:t>
            </a:r>
            <a:r>
              <a:rPr lang="en-GB" dirty="0" err="1"/>
              <a:t>správaní</a:t>
            </a:r>
            <a:r>
              <a:rPr lang="en-GB" dirty="0"/>
              <a:t> </a:t>
            </a:r>
            <a:r>
              <a:rPr lang="en-GB" dirty="0" err="1"/>
              <a:t>existujú</a:t>
            </a:r>
            <a:r>
              <a:rPr lang="en-GB" dirty="0"/>
              <a:t>. </a:t>
            </a:r>
          </a:p>
          <a:p>
            <a:pPr marL="0" lvl="0" indent="0"/>
            <a:endParaRPr lang="en-GB" dirty="0"/>
          </a:p>
          <a:p>
            <a:pPr marL="0" indent="0"/>
            <a:r>
              <a:rPr lang="en-GB" dirty="0" err="1"/>
              <a:t>Najvyššia</a:t>
            </a:r>
            <a:r>
              <a:rPr lang="en-GB" dirty="0"/>
              <a:t> </a:t>
            </a:r>
            <a:r>
              <a:rPr lang="en-GB" dirty="0" err="1"/>
              <a:t>intenzita</a:t>
            </a:r>
            <a:r>
              <a:rPr lang="en-GB" dirty="0"/>
              <a:t> bola </a:t>
            </a:r>
            <a:r>
              <a:rPr lang="en-GB" dirty="0" err="1"/>
              <a:t>priradená</a:t>
            </a:r>
            <a:r>
              <a:rPr lang="en-GB" dirty="0"/>
              <a:t> </a:t>
            </a:r>
            <a:r>
              <a:rPr lang="en-GB" dirty="0" err="1"/>
              <a:t>Košickému</a:t>
            </a:r>
            <a:r>
              <a:rPr lang="en-GB" dirty="0"/>
              <a:t> </a:t>
            </a:r>
            <a:r>
              <a:rPr lang="en-GB" dirty="0" err="1"/>
              <a:t>kraju</a:t>
            </a:r>
            <a:r>
              <a:rPr lang="en-GB" dirty="0"/>
              <a:t>, </a:t>
            </a:r>
            <a:r>
              <a:rPr lang="en-GB" dirty="0" err="1"/>
              <a:t>keďže</a:t>
            </a:r>
            <a:r>
              <a:rPr lang="en-GB" dirty="0"/>
              <a:t> </a:t>
            </a:r>
            <a:r>
              <a:rPr lang="en-GB" dirty="0" err="1"/>
              <a:t>obsahuje</a:t>
            </a:r>
            <a:r>
              <a:rPr lang="en-GB" dirty="0"/>
              <a:t> </a:t>
            </a:r>
            <a:r>
              <a:rPr lang="en-GB" dirty="0" err="1"/>
              <a:t>dve</a:t>
            </a:r>
            <a:r>
              <a:rPr lang="en-GB" dirty="0"/>
              <a:t> </a:t>
            </a:r>
            <a:r>
              <a:rPr lang="en-GB" dirty="0" err="1"/>
              <a:t>mestá</a:t>
            </a:r>
            <a:r>
              <a:rPr lang="en-GB" dirty="0"/>
              <a:t> z Top 5.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/>
              <a:t>Najmä Michalovce </a:t>
            </a:r>
            <a:r>
              <a:rPr lang="en-GB" dirty="0" err="1"/>
              <a:t>predstavujú</a:t>
            </a:r>
            <a:r>
              <a:rPr lang="en-GB" dirty="0"/>
              <a:t> </a:t>
            </a:r>
            <a:r>
              <a:rPr lang="en-GB" dirty="0" err="1"/>
              <a:t>výrazný</a:t>
            </a:r>
            <a:r>
              <a:rPr lang="en-GB" dirty="0"/>
              <a:t> </a:t>
            </a:r>
            <a:r>
              <a:rPr lang="en-GB" dirty="0" err="1"/>
              <a:t>nadpriemer</a:t>
            </a:r>
            <a:r>
              <a:rPr lang="en-GB" dirty="0"/>
              <a:t>, </a:t>
            </a:r>
            <a:r>
              <a:rPr lang="en-GB" dirty="0" err="1"/>
              <a:t>keďže</a:t>
            </a:r>
            <a:r>
              <a:rPr lang="en-GB" dirty="0"/>
              <a:t> ich </a:t>
            </a:r>
            <a:r>
              <a:rPr lang="en-GB" dirty="0" err="1"/>
              <a:t>segmentová</a:t>
            </a:r>
            <a:r>
              <a:rPr lang="en-GB" dirty="0"/>
              <a:t> </a:t>
            </a:r>
            <a:r>
              <a:rPr lang="en-GB" dirty="0" err="1"/>
              <a:t>miera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je </a:t>
            </a:r>
            <a:r>
              <a:rPr lang="en-GB" dirty="0" err="1"/>
              <a:t>takmer</a:t>
            </a:r>
            <a:r>
              <a:rPr lang="en-GB" dirty="0"/>
              <a:t> </a:t>
            </a:r>
            <a:r>
              <a:rPr lang="en-GB" dirty="0" err="1"/>
              <a:t>dvojnásobná</a:t>
            </a:r>
            <a:r>
              <a:rPr lang="en-GB" dirty="0"/>
              <a:t> </a:t>
            </a:r>
            <a:r>
              <a:rPr lang="en-GB" dirty="0" err="1"/>
              <a:t>oproti</a:t>
            </a:r>
            <a:r>
              <a:rPr lang="en-GB" dirty="0"/>
              <a:t> </a:t>
            </a:r>
            <a:r>
              <a:rPr lang="en-GB" dirty="0" err="1"/>
              <a:t>priemeru</a:t>
            </a:r>
            <a:r>
              <a:rPr lang="en-GB" dirty="0"/>
              <a:t> </a:t>
            </a:r>
            <a:r>
              <a:rPr lang="en-GB" dirty="0" err="1"/>
              <a:t>miest</a:t>
            </a:r>
            <a:r>
              <a:rPr lang="en-GB" dirty="0"/>
              <a:t> a </a:t>
            </a:r>
            <a:r>
              <a:rPr lang="en-GB" dirty="0" err="1"/>
              <a:t>zároveň</a:t>
            </a:r>
            <a:r>
              <a:rPr lang="en-GB" dirty="0"/>
              <a:t> </a:t>
            </a:r>
            <a:r>
              <a:rPr lang="en-GB" dirty="0" err="1"/>
              <a:t>výrazne</a:t>
            </a:r>
            <a:r>
              <a:rPr lang="en-GB" dirty="0"/>
              <a:t> </a:t>
            </a:r>
            <a:r>
              <a:rPr lang="en-GB" dirty="0" err="1"/>
              <a:t>presahuje</a:t>
            </a:r>
            <a:r>
              <a:rPr lang="en-GB" dirty="0"/>
              <a:t> </a:t>
            </a:r>
            <a:r>
              <a:rPr lang="en-GB" dirty="0" err="1"/>
              <a:t>bežnú</a:t>
            </a:r>
            <a:r>
              <a:rPr lang="en-GB" dirty="0"/>
              <a:t> </a:t>
            </a:r>
            <a:r>
              <a:rPr lang="en-GB" dirty="0" err="1"/>
              <a:t>variabilitu</a:t>
            </a:r>
            <a:r>
              <a:rPr lang="en-GB" dirty="0"/>
              <a:t> </a:t>
            </a:r>
            <a:r>
              <a:rPr lang="en-GB" dirty="0" err="1"/>
              <a:t>medzi</a:t>
            </a:r>
            <a:r>
              <a:rPr lang="en-GB" dirty="0"/>
              <a:t> </a:t>
            </a:r>
            <a:r>
              <a:rPr lang="en-GB" dirty="0" err="1"/>
              <a:t>mestami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/>
              <a:t>Zákazníci z </a:t>
            </a:r>
            <a:r>
              <a:rPr lang="en-GB" dirty="0" err="1"/>
              <a:t>týchto</a:t>
            </a:r>
            <a:r>
              <a:rPr lang="en-GB" dirty="0"/>
              <a:t> </a:t>
            </a:r>
            <a:r>
              <a:rPr lang="en-GB" dirty="0" err="1"/>
              <a:t>regiónov</a:t>
            </a:r>
            <a:r>
              <a:rPr lang="en-GB" dirty="0"/>
              <a:t> </a:t>
            </a:r>
            <a:r>
              <a:rPr lang="en-GB" dirty="0" err="1"/>
              <a:t>podľa</a:t>
            </a:r>
            <a:r>
              <a:rPr lang="en-GB" dirty="0"/>
              <a:t> </a:t>
            </a:r>
            <a:r>
              <a:rPr lang="en-GB" dirty="0" err="1"/>
              <a:t>dát</a:t>
            </a:r>
            <a:r>
              <a:rPr lang="en-GB" dirty="0"/>
              <a:t> </a:t>
            </a:r>
            <a:r>
              <a:rPr lang="en-GB" dirty="0" err="1"/>
              <a:t>reagujú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intenzívnejšie</a:t>
            </a:r>
            <a:r>
              <a:rPr lang="en-GB" dirty="0"/>
              <a:t> </a:t>
            </a:r>
            <a:r>
              <a:rPr lang="en-GB" dirty="0" err="1"/>
              <a:t>než</a:t>
            </a:r>
            <a:r>
              <a:rPr lang="en-GB" dirty="0"/>
              <a:t> </a:t>
            </a:r>
            <a:r>
              <a:rPr lang="en-GB" dirty="0" err="1"/>
              <a:t>priemer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983389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B0303828-CF4D-49A6-3EAC-146C146F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F4461398-7886-B887-4E90-7FAE903CBE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CF3825FB-368A-EE78-33D3-23F8DA5F6E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4" y="2244562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Hypotéza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7B2D3A69-035E-525C-5B6A-BDE128395C6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425108" y="2259838"/>
            <a:ext cx="724325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F1487917-D0CC-F7E6-756D-15264572B737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CAB7834E-FBC4-FA79-9948-86E7911A0BE4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7152910C-1888-0875-7E8B-EC089F7B1E25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45377662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C5B2423C-1FFA-061F-E970-05E1A03BE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>
            <a:extLst>
              <a:ext uri="{FF2B5EF4-FFF2-40B4-BE49-F238E27FC236}">
                <a16:creationId xmlns:a16="http://schemas.microsoft.com/office/drawing/2014/main" id="{1DE44320-5819-F6F5-8848-E026DD4BFC1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78981" y="1221975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Interpretácia</a:t>
            </a:r>
            <a:endParaRPr dirty="0"/>
          </a:p>
        </p:txBody>
      </p:sp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DE073F31-2620-FA0A-B2AF-324A6CB4E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/>
              <a:t>Nakupujú </a:t>
            </a:r>
            <a:r>
              <a:rPr lang="en-GB" sz="1600" dirty="0" err="1"/>
              <a:t>častejší</a:t>
            </a:r>
            <a:r>
              <a:rPr lang="en-GB" sz="1600" dirty="0"/>
              <a:t> </a:t>
            </a:r>
            <a:r>
              <a:rPr lang="en-GB" sz="1600" dirty="0" err="1"/>
              <a:t>zákazníci</a:t>
            </a:r>
            <a:r>
              <a:rPr lang="en-GB" sz="1600" dirty="0"/>
              <a:t> s </a:t>
            </a:r>
            <a:r>
              <a:rPr lang="en-GB" sz="1600" dirty="0" err="1"/>
              <a:t>viac</a:t>
            </a:r>
            <a:r>
              <a:rPr lang="en-GB" sz="1600" dirty="0"/>
              <a:t> </a:t>
            </a:r>
            <a:r>
              <a:rPr lang="en-GB" sz="1600" dirty="0" err="1"/>
              <a:t>zľavami</a:t>
            </a:r>
            <a:r>
              <a:rPr lang="en-GB" sz="1600" dirty="0"/>
              <a:t>?</a:t>
            </a:r>
            <a:endParaRPr sz="1600" dirty="0"/>
          </a:p>
        </p:txBody>
      </p:sp>
      <p:sp>
        <p:nvSpPr>
          <p:cNvPr id="304" name="Google Shape;304;p34">
            <a:extLst>
              <a:ext uri="{FF2B5EF4-FFF2-40B4-BE49-F238E27FC236}">
                <a16:creationId xmlns:a16="http://schemas.microsoft.com/office/drawing/2014/main" id="{BE94B278-5F81-1982-7EB4-131294798B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78981" y="1808400"/>
            <a:ext cx="3045019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Výsledok</a:t>
            </a:r>
            <a:r>
              <a:rPr lang="en-GB" dirty="0"/>
              <a:t> </a:t>
            </a:r>
            <a:r>
              <a:rPr lang="en-GB" dirty="0" err="1"/>
              <a:t>ukazuje</a:t>
            </a:r>
            <a:r>
              <a:rPr lang="en-GB" dirty="0"/>
              <a:t> </a:t>
            </a:r>
            <a:r>
              <a:rPr lang="en-GB" dirty="0" err="1"/>
              <a:t>jasný</a:t>
            </a:r>
            <a:r>
              <a:rPr lang="en-GB" dirty="0"/>
              <a:t> </a:t>
            </a:r>
            <a:r>
              <a:rPr lang="en-GB" dirty="0" err="1"/>
              <a:t>vzťah</a:t>
            </a:r>
            <a:r>
              <a:rPr lang="en-GB" dirty="0"/>
              <a:t> </a:t>
            </a:r>
            <a:r>
              <a:rPr lang="en-GB" dirty="0" err="1"/>
              <a:t>medzi</a:t>
            </a:r>
            <a:r>
              <a:rPr lang="en-GB" dirty="0"/>
              <a:t> </a:t>
            </a:r>
            <a:r>
              <a:rPr lang="en-GB" dirty="0" err="1"/>
              <a:t>počtom</a:t>
            </a:r>
            <a:r>
              <a:rPr lang="en-GB" dirty="0"/>
              <a:t> </a:t>
            </a:r>
            <a:r>
              <a:rPr lang="en-GB" dirty="0" err="1"/>
              <a:t>nákupov</a:t>
            </a:r>
            <a:r>
              <a:rPr lang="en-GB" dirty="0"/>
              <a:t> a </a:t>
            </a:r>
            <a:r>
              <a:rPr lang="en-GB" dirty="0" err="1"/>
              <a:t>mierou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. 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Zákazníci</a:t>
            </a:r>
            <a:r>
              <a:rPr lang="en-GB" dirty="0"/>
              <a:t>, </a:t>
            </a:r>
            <a:r>
              <a:rPr lang="en-GB" dirty="0" err="1"/>
              <a:t>ktorí</a:t>
            </a:r>
            <a:r>
              <a:rPr lang="en-GB" dirty="0"/>
              <a:t> </a:t>
            </a:r>
            <a:r>
              <a:rPr lang="en-GB" dirty="0" err="1"/>
              <a:t>nakupujú</a:t>
            </a:r>
            <a:r>
              <a:rPr lang="en-GB" dirty="0"/>
              <a:t> </a:t>
            </a:r>
            <a:r>
              <a:rPr lang="en-GB" dirty="0" err="1"/>
              <a:t>častejšie</a:t>
            </a:r>
            <a:r>
              <a:rPr lang="en-GB" dirty="0"/>
              <a:t>, </a:t>
            </a:r>
            <a:r>
              <a:rPr lang="en-GB" dirty="0" err="1"/>
              <a:t>čerpajú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intenzívnejšie</a:t>
            </a:r>
            <a:r>
              <a:rPr lang="en-GB" dirty="0"/>
              <a:t> v </a:t>
            </a:r>
            <a:r>
              <a:rPr lang="en-GB" dirty="0" err="1"/>
              <a:t>pomere</a:t>
            </a:r>
            <a:r>
              <a:rPr lang="en-GB" dirty="0"/>
              <a:t> k </a:t>
            </a:r>
            <a:r>
              <a:rPr lang="en-GB" dirty="0" err="1"/>
              <a:t>svojej</a:t>
            </a:r>
            <a:r>
              <a:rPr lang="en-GB" dirty="0"/>
              <a:t> </a:t>
            </a:r>
            <a:r>
              <a:rPr lang="en-GB" dirty="0" err="1"/>
              <a:t>celkovej</a:t>
            </a:r>
            <a:r>
              <a:rPr lang="en-GB" dirty="0"/>
              <a:t> </a:t>
            </a:r>
            <a:r>
              <a:rPr lang="en-GB" dirty="0" err="1"/>
              <a:t>tržbe</a:t>
            </a:r>
            <a:r>
              <a:rPr lang="en-GB" dirty="0"/>
              <a:t>.</a:t>
            </a:r>
            <a:endParaRPr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B6E09B0-A2F9-8B58-A163-D8AF248F7C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5230899"/>
              </p:ext>
            </p:extLst>
          </p:nvPr>
        </p:nvGraphicFramePr>
        <p:xfrm>
          <a:off x="720000" y="1221975"/>
          <a:ext cx="4372007" cy="340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4235087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D8A4D18E-860B-8756-B11C-216511D2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B2014BDC-A8F8-2BF1-12FB-8414AF4EDB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/>
              <a:t>Nakupujú </a:t>
            </a:r>
            <a:r>
              <a:rPr lang="en-GB" sz="1600" dirty="0" err="1"/>
              <a:t>častejší</a:t>
            </a:r>
            <a:r>
              <a:rPr lang="en-GB" sz="1600" dirty="0"/>
              <a:t> </a:t>
            </a:r>
            <a:r>
              <a:rPr lang="en-GB" sz="1600" dirty="0" err="1"/>
              <a:t>zákazníci</a:t>
            </a:r>
            <a:r>
              <a:rPr lang="en-GB" sz="1600" dirty="0"/>
              <a:t> s </a:t>
            </a:r>
            <a:r>
              <a:rPr lang="en-GB" sz="1600" dirty="0" err="1"/>
              <a:t>viac</a:t>
            </a:r>
            <a:r>
              <a:rPr lang="en-GB" sz="1600" dirty="0"/>
              <a:t> </a:t>
            </a:r>
            <a:r>
              <a:rPr lang="en-GB" sz="1600" dirty="0" err="1"/>
              <a:t>zľavami</a:t>
            </a:r>
            <a:r>
              <a:rPr lang="en-GB" sz="1600" dirty="0"/>
              <a:t>?</a:t>
            </a:r>
            <a:endParaRPr sz="16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FC1502C-320A-4759-4534-50BE6C48EA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1005740"/>
              </p:ext>
            </p:extLst>
          </p:nvPr>
        </p:nvGraphicFramePr>
        <p:xfrm>
          <a:off x="374560" y="1163781"/>
          <a:ext cx="3590611" cy="3378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72761E0-C2A2-F0CF-A26A-231CB28EF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2930872"/>
              </p:ext>
            </p:extLst>
          </p:nvPr>
        </p:nvGraphicFramePr>
        <p:xfrm>
          <a:off x="4572000" y="1163781"/>
          <a:ext cx="3590611" cy="3378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Google Shape;304;p34">
            <a:extLst>
              <a:ext uri="{FF2B5EF4-FFF2-40B4-BE49-F238E27FC236}">
                <a16:creationId xmlns:a16="http://schemas.microsoft.com/office/drawing/2014/main" id="{E5A2B4A5-C2C9-D392-8259-CE4B7A1E49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60357" y="4698475"/>
            <a:ext cx="4737136" cy="361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sk-SK" dirty="0"/>
              <a:t>Čím častejšie zákazník nakupuje, tým aktívnejšie čerpá získané body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701087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D9D5F51A-3024-D975-AC31-C8C5EDB2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>
            <a:extLst>
              <a:ext uri="{FF2B5EF4-FFF2-40B4-BE49-F238E27FC236}">
                <a16:creationId xmlns:a16="http://schemas.microsoft.com/office/drawing/2014/main" id="{41987AD7-5561-EF9C-75A4-49E0B8A130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Hypotéza</a:t>
            </a:r>
            <a:r>
              <a:rPr lang="en" dirty="0"/>
              <a:t> E</a:t>
            </a:r>
            <a:endParaRPr dirty="0"/>
          </a:p>
        </p:txBody>
      </p:sp>
      <p:sp>
        <p:nvSpPr>
          <p:cNvPr id="319" name="Google Shape;319;p35">
            <a:extLst>
              <a:ext uri="{FF2B5EF4-FFF2-40B4-BE49-F238E27FC236}">
                <a16:creationId xmlns:a16="http://schemas.microsoft.com/office/drawing/2014/main" id="{9D97ABE2-E7EE-9176-8F8D-B184619B42A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62895" y="1310919"/>
            <a:ext cx="6522159" cy="319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Častejší </a:t>
            </a:r>
            <a:r>
              <a:rPr lang="en-GB" dirty="0" err="1"/>
              <a:t>zákazníci</a:t>
            </a:r>
            <a:r>
              <a:rPr lang="en-GB" dirty="0"/>
              <a:t> </a:t>
            </a:r>
            <a:r>
              <a:rPr lang="en-GB" dirty="0" err="1"/>
              <a:t>majú</a:t>
            </a:r>
            <a:r>
              <a:rPr lang="en-GB" dirty="0"/>
              <a:t> </a:t>
            </a:r>
            <a:r>
              <a:rPr lang="en-GB" dirty="0" err="1"/>
              <a:t>vyššiu</a:t>
            </a:r>
            <a:r>
              <a:rPr lang="en-GB" dirty="0"/>
              <a:t> </a:t>
            </a:r>
            <a:r>
              <a:rPr lang="en-GB" dirty="0" err="1"/>
              <a:t>mieru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, </a:t>
            </a:r>
            <a:r>
              <a:rPr lang="en-GB" dirty="0" err="1"/>
              <a:t>vyššiu</a:t>
            </a:r>
            <a:r>
              <a:rPr lang="en-GB" dirty="0"/>
              <a:t> </a:t>
            </a:r>
            <a:r>
              <a:rPr lang="en-GB" dirty="0" err="1"/>
              <a:t>priemernú</a:t>
            </a:r>
            <a:r>
              <a:rPr lang="en-GB" dirty="0"/>
              <a:t> </a:t>
            </a:r>
            <a:r>
              <a:rPr lang="en-GB" dirty="0" err="1"/>
              <a:t>tržbu</a:t>
            </a:r>
            <a:r>
              <a:rPr lang="en-GB" dirty="0"/>
              <a:t>, </a:t>
            </a:r>
            <a:r>
              <a:rPr lang="en-GB" dirty="0" err="1"/>
              <a:t>vyššiu</a:t>
            </a:r>
            <a:r>
              <a:rPr lang="en-GB" dirty="0"/>
              <a:t> </a:t>
            </a:r>
            <a:r>
              <a:rPr lang="en-GB" dirty="0" err="1"/>
              <a:t>priemernú</a:t>
            </a:r>
            <a:r>
              <a:rPr lang="en-GB" dirty="0"/>
              <a:t> </a:t>
            </a:r>
            <a:r>
              <a:rPr lang="en-GB" dirty="0" err="1"/>
              <a:t>hodnotu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aj</a:t>
            </a:r>
            <a:r>
              <a:rPr lang="en-GB" dirty="0"/>
              <a:t> </a:t>
            </a:r>
            <a:r>
              <a:rPr lang="en-GB" dirty="0" err="1"/>
              <a:t>vyšší</a:t>
            </a:r>
            <a:r>
              <a:rPr lang="en-GB" dirty="0"/>
              <a:t> burn rate.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/>
              <a:t>To </a:t>
            </a:r>
            <a:r>
              <a:rPr lang="en-GB" dirty="0" err="1"/>
              <a:t>naznačuje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nie</a:t>
            </a:r>
            <a:r>
              <a:rPr lang="en-GB" dirty="0"/>
              <a:t> </a:t>
            </a:r>
            <a:r>
              <a:rPr lang="en-GB" dirty="0" err="1"/>
              <a:t>sú</a:t>
            </a:r>
            <a:r>
              <a:rPr lang="en-GB" dirty="0"/>
              <a:t> </a:t>
            </a:r>
            <a:r>
              <a:rPr lang="en-GB" dirty="0" err="1"/>
              <a:t>využívané</a:t>
            </a:r>
            <a:r>
              <a:rPr lang="en-GB" dirty="0"/>
              <a:t> </a:t>
            </a:r>
            <a:r>
              <a:rPr lang="en-GB" dirty="0" err="1"/>
              <a:t>iba</a:t>
            </a:r>
            <a:r>
              <a:rPr lang="en-GB" dirty="0"/>
              <a:t> </a:t>
            </a:r>
            <a:r>
              <a:rPr lang="en-GB" dirty="0" err="1"/>
              <a:t>jednorazovými</a:t>
            </a:r>
            <a:r>
              <a:rPr lang="en-GB" dirty="0"/>
              <a:t> </a:t>
            </a:r>
            <a:r>
              <a:rPr lang="en-GB" dirty="0" err="1"/>
              <a:t>alebo</a:t>
            </a:r>
            <a:r>
              <a:rPr lang="en-GB" dirty="0"/>
              <a:t> </a:t>
            </a:r>
            <a:r>
              <a:rPr lang="en-GB" dirty="0" err="1"/>
              <a:t>nízkohodnotnými</a:t>
            </a:r>
            <a:r>
              <a:rPr lang="en-GB" dirty="0"/>
              <a:t> </a:t>
            </a:r>
            <a:r>
              <a:rPr lang="en-GB" dirty="0" err="1"/>
              <a:t>zákazníkmi</a:t>
            </a:r>
            <a:r>
              <a:rPr lang="en-GB" dirty="0"/>
              <a:t>. 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/>
              <a:t>Naopak, </a:t>
            </a:r>
            <a:r>
              <a:rPr lang="en-GB" dirty="0" err="1"/>
              <a:t>najaktívnejší</a:t>
            </a:r>
            <a:r>
              <a:rPr lang="en-GB" dirty="0"/>
              <a:t> </a:t>
            </a:r>
            <a:r>
              <a:rPr lang="en-GB" dirty="0" err="1"/>
              <a:t>zákazníci</a:t>
            </a:r>
            <a:r>
              <a:rPr lang="en-GB" dirty="0"/>
              <a:t> patria </a:t>
            </a:r>
            <a:r>
              <a:rPr lang="en-GB" dirty="0" err="1"/>
              <a:t>medzi</a:t>
            </a:r>
            <a:r>
              <a:rPr lang="en-GB" dirty="0"/>
              <a:t> </a:t>
            </a:r>
            <a:r>
              <a:rPr lang="en-GB" dirty="0" err="1"/>
              <a:t>najhodnotnejšie</a:t>
            </a:r>
            <a:r>
              <a:rPr lang="en-GB" dirty="0"/>
              <a:t> </a:t>
            </a:r>
            <a:r>
              <a:rPr lang="en-GB" dirty="0" err="1"/>
              <a:t>segmenty</a:t>
            </a:r>
            <a:r>
              <a:rPr lang="en-GB" dirty="0"/>
              <a:t> a </a:t>
            </a:r>
            <a:r>
              <a:rPr lang="en-GB" dirty="0" err="1"/>
              <a:t>zároveň</a:t>
            </a:r>
            <a:r>
              <a:rPr lang="en-GB" dirty="0"/>
              <a:t> </a:t>
            </a:r>
            <a:r>
              <a:rPr lang="en-GB" dirty="0" err="1"/>
              <a:t>najintenzívnejšie</a:t>
            </a:r>
            <a:r>
              <a:rPr lang="en-GB" dirty="0"/>
              <a:t> </a:t>
            </a:r>
            <a:r>
              <a:rPr lang="en-GB" dirty="0" err="1"/>
              <a:t>využívajú</a:t>
            </a:r>
            <a:r>
              <a:rPr lang="en-GB" dirty="0"/>
              <a:t> </a:t>
            </a:r>
            <a:r>
              <a:rPr lang="en-GB" dirty="0" err="1"/>
              <a:t>benefity</a:t>
            </a:r>
            <a:r>
              <a:rPr lang="en-GB" dirty="0"/>
              <a:t> </a:t>
            </a:r>
            <a:r>
              <a:rPr lang="en-GB" dirty="0" err="1"/>
              <a:t>vernostného</a:t>
            </a:r>
            <a:r>
              <a:rPr lang="en-GB" dirty="0"/>
              <a:t> </a:t>
            </a:r>
            <a:r>
              <a:rPr lang="en-GB" dirty="0" err="1"/>
              <a:t>systému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0815478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6852732A-DC28-BEC5-392F-A71E00C2B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>
            <a:extLst>
              <a:ext uri="{FF2B5EF4-FFF2-40B4-BE49-F238E27FC236}">
                <a16:creationId xmlns:a16="http://schemas.microsoft.com/office/drawing/2014/main" id="{A3249FDD-7EFC-E614-C66B-5153A2159A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>
            <a:extLst>
              <a:ext uri="{FF2B5EF4-FFF2-40B4-BE49-F238E27FC236}">
                <a16:creationId xmlns:a16="http://schemas.microsoft.com/office/drawing/2014/main" id="{56E67424-4704-BFA2-1191-C3AEDEA3E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4" y="2244562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Hypotéza</a:t>
            </a:r>
            <a:endParaRPr dirty="0"/>
          </a:p>
        </p:txBody>
      </p:sp>
      <p:sp>
        <p:nvSpPr>
          <p:cNvPr id="294" name="Google Shape;294;p33">
            <a:extLst>
              <a:ext uri="{FF2B5EF4-FFF2-40B4-BE49-F238E27FC236}">
                <a16:creationId xmlns:a16="http://schemas.microsoft.com/office/drawing/2014/main" id="{5127B695-CA0C-2D21-D2D0-2B5CF40EA12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425108" y="2259838"/>
            <a:ext cx="724325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</a:t>
            </a:r>
            <a:endParaRPr dirty="0"/>
          </a:p>
        </p:txBody>
      </p:sp>
      <p:grpSp>
        <p:nvGrpSpPr>
          <p:cNvPr id="295" name="Google Shape;295;p33">
            <a:extLst>
              <a:ext uri="{FF2B5EF4-FFF2-40B4-BE49-F238E27FC236}">
                <a16:creationId xmlns:a16="http://schemas.microsoft.com/office/drawing/2014/main" id="{E6930747-F515-F06F-DBAF-2DD0663A6DB2}"/>
              </a:ext>
            </a:extLst>
          </p:cNvPr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E646AFAD-BB4B-891C-ACC3-85408D04D801}"/>
                </a:ext>
              </a:extLst>
            </p:cNvPr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E1F460B7-2881-E2B6-6F8C-2092C503DCBA}"/>
                </a:ext>
              </a:extLst>
            </p:cNvPr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36943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7937508B-6D9C-A3AD-EE1B-E09B18A3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619371C9-630F-F68F-7D28-19C4795B1B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err="1"/>
              <a:t>Existuje</a:t>
            </a:r>
            <a:r>
              <a:rPr lang="en-GB" sz="2800"/>
              <a:t> </a:t>
            </a:r>
            <a:r>
              <a:rPr lang="en-GB" sz="2800" err="1"/>
              <a:t>sezónnosť</a:t>
            </a:r>
            <a:r>
              <a:rPr lang="en-GB" sz="2800"/>
              <a:t> v </a:t>
            </a:r>
            <a:r>
              <a:rPr lang="en-GB" sz="2800" err="1"/>
              <a:t>používaní</a:t>
            </a:r>
            <a:r>
              <a:rPr lang="en-GB" sz="2800"/>
              <a:t> </a:t>
            </a:r>
            <a:r>
              <a:rPr lang="en-GB" sz="2800" err="1"/>
              <a:t>zliav</a:t>
            </a:r>
            <a:r>
              <a:rPr lang="en-GB" sz="2800"/>
              <a:t>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B83AFE-ADA5-8089-B21A-16A7842A0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297804"/>
              </p:ext>
            </p:extLst>
          </p:nvPr>
        </p:nvGraphicFramePr>
        <p:xfrm>
          <a:off x="713225" y="1150729"/>
          <a:ext cx="7449874" cy="35477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54604">
                  <a:extLst>
                    <a:ext uri="{9D8B030D-6E8A-4147-A177-3AD203B41FA5}">
                      <a16:colId xmlns:a16="http://schemas.microsoft.com/office/drawing/2014/main" val="1165807194"/>
                    </a:ext>
                  </a:extLst>
                </a:gridCol>
                <a:gridCol w="598393">
                  <a:extLst>
                    <a:ext uri="{9D8B030D-6E8A-4147-A177-3AD203B41FA5}">
                      <a16:colId xmlns:a16="http://schemas.microsoft.com/office/drawing/2014/main" val="3363501832"/>
                    </a:ext>
                  </a:extLst>
                </a:gridCol>
                <a:gridCol w="724283">
                  <a:extLst>
                    <a:ext uri="{9D8B030D-6E8A-4147-A177-3AD203B41FA5}">
                      <a16:colId xmlns:a16="http://schemas.microsoft.com/office/drawing/2014/main" val="2636967410"/>
                    </a:ext>
                  </a:extLst>
                </a:gridCol>
                <a:gridCol w="605235">
                  <a:extLst>
                    <a:ext uri="{9D8B030D-6E8A-4147-A177-3AD203B41FA5}">
                      <a16:colId xmlns:a16="http://schemas.microsoft.com/office/drawing/2014/main" val="2664224121"/>
                    </a:ext>
                  </a:extLst>
                </a:gridCol>
                <a:gridCol w="631232">
                  <a:extLst>
                    <a:ext uri="{9D8B030D-6E8A-4147-A177-3AD203B41FA5}">
                      <a16:colId xmlns:a16="http://schemas.microsoft.com/office/drawing/2014/main" val="1161861248"/>
                    </a:ext>
                  </a:extLst>
                </a:gridCol>
                <a:gridCol w="1073223">
                  <a:extLst>
                    <a:ext uri="{9D8B030D-6E8A-4147-A177-3AD203B41FA5}">
                      <a16:colId xmlns:a16="http://schemas.microsoft.com/office/drawing/2014/main" val="603753147"/>
                    </a:ext>
                  </a:extLst>
                </a:gridCol>
                <a:gridCol w="616182">
                  <a:extLst>
                    <a:ext uri="{9D8B030D-6E8A-4147-A177-3AD203B41FA5}">
                      <a16:colId xmlns:a16="http://schemas.microsoft.com/office/drawing/2014/main" val="715988852"/>
                    </a:ext>
                  </a:extLst>
                </a:gridCol>
                <a:gridCol w="529973">
                  <a:extLst>
                    <a:ext uri="{9D8B030D-6E8A-4147-A177-3AD203B41FA5}">
                      <a16:colId xmlns:a16="http://schemas.microsoft.com/office/drawing/2014/main" val="199849560"/>
                    </a:ext>
                  </a:extLst>
                </a:gridCol>
                <a:gridCol w="774915">
                  <a:extLst>
                    <a:ext uri="{9D8B030D-6E8A-4147-A177-3AD203B41FA5}">
                      <a16:colId xmlns:a16="http://schemas.microsoft.com/office/drawing/2014/main" val="3993944613"/>
                    </a:ext>
                  </a:extLst>
                </a:gridCol>
                <a:gridCol w="761230">
                  <a:extLst>
                    <a:ext uri="{9D8B030D-6E8A-4147-A177-3AD203B41FA5}">
                      <a16:colId xmlns:a16="http://schemas.microsoft.com/office/drawing/2014/main" val="2382320072"/>
                    </a:ext>
                  </a:extLst>
                </a:gridCol>
                <a:gridCol w="580604">
                  <a:extLst>
                    <a:ext uri="{9D8B030D-6E8A-4147-A177-3AD203B41FA5}">
                      <a16:colId xmlns:a16="http://schemas.microsoft.com/office/drawing/2014/main" val="2492166499"/>
                    </a:ext>
                  </a:extLst>
                </a:gridCol>
              </a:tblGrid>
              <a:tr h="368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Mesiac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Počet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nákupov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Počet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zákazníkov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Tržba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po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zľave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(€)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Zľava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(€)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Pôvodná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hodnota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pred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zľavou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(€)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Percento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zľavy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(%)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Zľava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k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tržbám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(%)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Poradie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podľa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tržieb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Poradie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podľa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zľavy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€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Poradie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podľa</a:t>
                      </a:r>
                      <a:r>
                        <a:rPr lang="en-GB" sz="700" b="1" dirty="0">
                          <a:solidFill>
                            <a:schemeClr val="bg1"/>
                          </a:solidFill>
                          <a:effectLst/>
                        </a:rPr>
                        <a:t> % </a:t>
                      </a:r>
                      <a:r>
                        <a:rPr lang="en-GB" sz="700" b="1" dirty="0" err="1">
                          <a:solidFill>
                            <a:schemeClr val="bg1"/>
                          </a:solidFill>
                          <a:effectLst/>
                        </a:rPr>
                        <a:t>zľavy</a:t>
                      </a:r>
                      <a:endParaRPr lang="en-GB" sz="7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023345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Január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36 158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26 524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4 327 264,24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73 982,40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4 401 246,64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1,68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590752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 err="1">
                          <a:effectLst/>
                        </a:rPr>
                        <a:t>Február</a:t>
                      </a:r>
                      <a:endParaRPr lang="en-GB" sz="700" dirty="0"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31 585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24 117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3 745 915,93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67 063,67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3 812 979,60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1,76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6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086960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Marec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35 377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26 712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4 667 489,34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75 513,28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4 743 002,62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1,59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1,62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881939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Apríl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31 321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23 921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3 623 429,48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70 340,59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3 693 770,07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1,90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1,94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6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591092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Máj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27 062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20 864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2 858 025,74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57 585,41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2 915 611,15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1,98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2,01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11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56271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 err="1">
                          <a:effectLst/>
                        </a:rPr>
                        <a:t>Jún</a:t>
                      </a:r>
                      <a:endParaRPr lang="en-GB" sz="700" dirty="0"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26 209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20 449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2 629 375,99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46 910,01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2 676 286,00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406097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 err="1">
                          <a:effectLst/>
                        </a:rPr>
                        <a:t>Júl</a:t>
                      </a:r>
                      <a:endParaRPr lang="en-GB" sz="700" dirty="0"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29 453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22 930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3 049 014,99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57 046,93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3 106 061,92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1,84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1,87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171547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August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29 359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22 967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3 075 074,95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55 133,75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3 130 208,70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1,76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6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015098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September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26 362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20 777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3 035 703,69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56 744,43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3 092 448,12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1,83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1,87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836033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 err="1">
                          <a:effectLst/>
                        </a:rPr>
                        <a:t>Október</a:t>
                      </a:r>
                      <a:endParaRPr lang="en-GB" sz="700" dirty="0">
                        <a:effectLst/>
                      </a:endParaRP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30 069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23 313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3 367 829,70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60 126,15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3 427 955,85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7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8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199034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November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35 960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26 845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5 308 689,62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91 644,03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5 400 333,65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1,73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003590"/>
                  </a:ext>
                </a:extLst>
              </a:tr>
              <a:tr h="2649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December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57 902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41 204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6 725 932,79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150 324,00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>
                          <a:effectLst/>
                        </a:rPr>
                        <a:t>6 876 256,79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2.19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2,23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700" dirty="0">
                          <a:effectLst/>
                        </a:rPr>
                        <a:t>1</a:t>
                      </a:r>
                    </a:p>
                  </a:txBody>
                  <a:tcPr marL="21987" marR="21987" marT="14657" marB="146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132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048379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58D860C5-A486-9C1D-7BCC-5EEE5043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>
            <a:extLst>
              <a:ext uri="{FF2B5EF4-FFF2-40B4-BE49-F238E27FC236}">
                <a16:creationId xmlns:a16="http://schemas.microsoft.com/office/drawing/2014/main" id="{26DFF800-52DC-4639-951B-3C7CE13CD5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Hypotéza</a:t>
            </a:r>
            <a:r>
              <a:rPr lang="en" dirty="0"/>
              <a:t> F</a:t>
            </a:r>
            <a:endParaRPr dirty="0"/>
          </a:p>
        </p:txBody>
      </p:sp>
      <p:sp>
        <p:nvSpPr>
          <p:cNvPr id="319" name="Google Shape;319;p35">
            <a:extLst>
              <a:ext uri="{FF2B5EF4-FFF2-40B4-BE49-F238E27FC236}">
                <a16:creationId xmlns:a16="http://schemas.microsoft.com/office/drawing/2014/main" id="{2F2809E9-4F88-15F8-55A7-E9F1EA72470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62895" y="1310919"/>
            <a:ext cx="6522159" cy="319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Dáta</a:t>
            </a:r>
            <a:r>
              <a:rPr lang="en-GB" dirty="0"/>
              <a:t> </a:t>
            </a:r>
            <a:r>
              <a:rPr lang="en-GB" dirty="0" err="1"/>
              <a:t>ukazujú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počas</a:t>
            </a:r>
            <a:r>
              <a:rPr lang="en-GB" dirty="0"/>
              <a:t> </a:t>
            </a:r>
            <a:r>
              <a:rPr lang="en-GB" dirty="0" err="1"/>
              <a:t>roka</a:t>
            </a:r>
            <a:r>
              <a:rPr lang="en-GB" dirty="0"/>
              <a:t> </a:t>
            </a:r>
            <a:r>
              <a:rPr lang="en-GB" dirty="0" err="1"/>
              <a:t>menia</a:t>
            </a:r>
            <a:r>
              <a:rPr lang="en-GB" dirty="0"/>
              <a:t>, </a:t>
            </a:r>
            <a:r>
              <a:rPr lang="en-GB" dirty="0" err="1"/>
              <a:t>pričom</a:t>
            </a:r>
            <a:r>
              <a:rPr lang="en-GB" dirty="0"/>
              <a:t> </a:t>
            </a:r>
            <a:r>
              <a:rPr lang="en-GB" dirty="0" err="1"/>
              <a:t>najvýraznejšie</a:t>
            </a:r>
            <a:r>
              <a:rPr lang="en-GB" dirty="0"/>
              <a:t> </a:t>
            </a:r>
            <a:r>
              <a:rPr lang="en-GB" dirty="0" err="1"/>
              <a:t>využitie</a:t>
            </a:r>
            <a:r>
              <a:rPr lang="en-GB" dirty="0"/>
              <a:t> </a:t>
            </a:r>
            <a:r>
              <a:rPr lang="en-GB" dirty="0" err="1"/>
              <a:t>zliav</a:t>
            </a:r>
            <a:r>
              <a:rPr lang="en-GB" dirty="0"/>
              <a:t> je v </a:t>
            </a:r>
            <a:r>
              <a:rPr lang="en-GB" dirty="0" err="1"/>
              <a:t>decembri</a:t>
            </a:r>
            <a:r>
              <a:rPr lang="en-GB" dirty="0"/>
              <a:t>, </a:t>
            </a:r>
            <a:r>
              <a:rPr lang="en-GB" dirty="0" err="1"/>
              <a:t>máji</a:t>
            </a:r>
            <a:r>
              <a:rPr lang="en-GB" dirty="0"/>
              <a:t> a </a:t>
            </a:r>
            <a:r>
              <a:rPr lang="en-GB" dirty="0" err="1"/>
              <a:t>apríli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indent="0"/>
            <a:r>
              <a:rPr lang="en-GB" dirty="0"/>
              <a:t>V </a:t>
            </a:r>
            <a:r>
              <a:rPr lang="en-GB" dirty="0" err="1"/>
              <a:t>decembri</a:t>
            </a:r>
            <a:r>
              <a:rPr lang="en-GB" dirty="0"/>
              <a:t> </a:t>
            </a:r>
            <a:r>
              <a:rPr lang="en-GB" dirty="0" err="1"/>
              <a:t>tvorili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2,19 % z </a:t>
            </a:r>
            <a:r>
              <a:rPr lang="en-GB" dirty="0" err="1"/>
              <a:t>pôvodnej</a:t>
            </a:r>
            <a:r>
              <a:rPr lang="en-GB" dirty="0"/>
              <a:t> </a:t>
            </a:r>
            <a:r>
              <a:rPr lang="en-GB" dirty="0" err="1"/>
              <a:t>hodnoty</a:t>
            </a:r>
            <a:r>
              <a:rPr lang="en-GB" dirty="0"/>
              <a:t> </a:t>
            </a:r>
            <a:r>
              <a:rPr lang="en-GB" dirty="0" err="1"/>
              <a:t>nákupov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indent="0"/>
            <a:r>
              <a:rPr lang="en-GB" dirty="0" err="1"/>
              <a:t>Vidno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rozdiely</a:t>
            </a:r>
            <a:r>
              <a:rPr lang="en-GB" dirty="0"/>
              <a:t> </a:t>
            </a:r>
            <a:r>
              <a:rPr lang="en-GB" dirty="0" err="1"/>
              <a:t>medzi</a:t>
            </a:r>
            <a:r>
              <a:rPr lang="en-GB" dirty="0"/>
              <a:t> </a:t>
            </a:r>
            <a:r>
              <a:rPr lang="en-GB" dirty="0" err="1"/>
              <a:t>mesiacmi</a:t>
            </a:r>
            <a:r>
              <a:rPr lang="en-GB" dirty="0"/>
              <a:t> </a:t>
            </a:r>
            <a:r>
              <a:rPr lang="en-GB" dirty="0" err="1"/>
              <a:t>nie</a:t>
            </a:r>
            <a:r>
              <a:rPr lang="en-GB" dirty="0"/>
              <a:t> </a:t>
            </a:r>
            <a:r>
              <a:rPr lang="en-GB" dirty="0" err="1"/>
              <a:t>sú</a:t>
            </a:r>
            <a:r>
              <a:rPr lang="en-GB" dirty="0"/>
              <a:t> </a:t>
            </a:r>
            <a:r>
              <a:rPr lang="en-GB" dirty="0" err="1"/>
              <a:t>obrovské</a:t>
            </a:r>
            <a:r>
              <a:rPr lang="en-GB" dirty="0"/>
              <a:t>. </a:t>
            </a:r>
            <a:r>
              <a:rPr lang="en-GB" dirty="0" err="1"/>
              <a:t>Väčšina</a:t>
            </a:r>
            <a:r>
              <a:rPr lang="en-GB" dirty="0"/>
              <a:t> </a:t>
            </a:r>
            <a:r>
              <a:rPr lang="en-GB" dirty="0" err="1"/>
              <a:t>mesiacov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pohybuje</a:t>
            </a:r>
            <a:r>
              <a:rPr lang="en-GB" dirty="0"/>
              <a:t> </a:t>
            </a:r>
            <a:r>
              <a:rPr lang="en-GB" dirty="0" err="1"/>
              <a:t>približne</a:t>
            </a:r>
            <a:r>
              <a:rPr lang="en-GB" dirty="0"/>
              <a:t> </a:t>
            </a:r>
            <a:r>
              <a:rPr lang="en-GB" dirty="0" err="1"/>
              <a:t>medzi</a:t>
            </a:r>
            <a:r>
              <a:rPr lang="en-GB" dirty="0"/>
              <a:t> </a:t>
            </a:r>
          </a:p>
          <a:p>
            <a:pPr marL="0" indent="0"/>
            <a:r>
              <a:rPr lang="en-GB" dirty="0"/>
              <a:t>1,59 % </a:t>
            </a:r>
            <a:r>
              <a:rPr lang="en-GB" dirty="0" err="1"/>
              <a:t>až</a:t>
            </a:r>
            <a:r>
              <a:rPr lang="en-GB" dirty="0"/>
              <a:t> 1,98 %.</a:t>
            </a:r>
          </a:p>
        </p:txBody>
      </p:sp>
    </p:spTree>
    <p:extLst>
      <p:ext uri="{BB962C8B-B14F-4D97-AF65-F5344CB8AC3E}">
        <p14:creationId xmlns:p14="http://schemas.microsoft.com/office/powerpoint/2010/main" val="3592234081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>
            <a:spLocks noGrp="1"/>
          </p:cNvSpPr>
          <p:nvPr>
            <p:ph type="title"/>
          </p:nvPr>
        </p:nvSpPr>
        <p:spPr>
          <a:xfrm>
            <a:off x="720000" y="2320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Odporúčania</a:t>
            </a:r>
            <a:endParaRPr dirty="0"/>
          </a:p>
        </p:txBody>
      </p:sp>
      <p:sp>
        <p:nvSpPr>
          <p:cNvPr id="369" name="Google Shape;369;p37"/>
          <p:cNvSpPr txBox="1">
            <a:spLocks noGrp="1"/>
          </p:cNvSpPr>
          <p:nvPr>
            <p:ph type="subTitle" idx="4"/>
          </p:nvPr>
        </p:nvSpPr>
        <p:spPr>
          <a:xfrm>
            <a:off x="720000" y="2290870"/>
            <a:ext cx="2222047" cy="1929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Udržiavať</a:t>
            </a:r>
            <a:r>
              <a:rPr lang="en-GB" dirty="0"/>
              <a:t> a </a:t>
            </a:r>
            <a:r>
              <a:rPr lang="en-GB" dirty="0" err="1"/>
              <a:t>rozvíjať</a:t>
            </a:r>
            <a:r>
              <a:rPr lang="en-GB" dirty="0"/>
              <a:t> </a:t>
            </a:r>
            <a:r>
              <a:rPr lang="en-GB" dirty="0" err="1"/>
              <a:t>vernostný</a:t>
            </a:r>
            <a:r>
              <a:rPr lang="en-GB" dirty="0"/>
              <a:t> program.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/>
              <a:t>Pre </a:t>
            </a:r>
            <a:r>
              <a:rPr lang="en-GB" dirty="0" err="1"/>
              <a:t>zákazníkov</a:t>
            </a:r>
            <a:r>
              <a:rPr lang="en-GB" dirty="0"/>
              <a:t> s </a:t>
            </a:r>
            <a:r>
              <a:rPr lang="en-GB" dirty="0" err="1"/>
              <a:t>kartou</a:t>
            </a:r>
            <a:r>
              <a:rPr lang="en-GB" dirty="0"/>
              <a:t> </a:t>
            </a:r>
            <a:r>
              <a:rPr lang="en-GB" dirty="0" err="1"/>
              <a:t>úrovne</a:t>
            </a:r>
            <a:r>
              <a:rPr lang="en-GB" dirty="0"/>
              <a:t> 3 </a:t>
            </a:r>
            <a:r>
              <a:rPr lang="en-GB" dirty="0" err="1"/>
              <a:t>cieliť</a:t>
            </a:r>
            <a:r>
              <a:rPr lang="en-GB" dirty="0"/>
              <a:t> </a:t>
            </a:r>
            <a:r>
              <a:rPr lang="en-GB" dirty="0" err="1"/>
              <a:t>prémiové</a:t>
            </a:r>
            <a:r>
              <a:rPr lang="en-GB" dirty="0"/>
              <a:t> </a:t>
            </a:r>
            <a:r>
              <a:rPr lang="en-GB" dirty="0" err="1"/>
              <a:t>personalizované</a:t>
            </a:r>
            <a:r>
              <a:rPr lang="en-GB" dirty="0"/>
              <a:t> </a:t>
            </a:r>
            <a:r>
              <a:rPr lang="en-GB" dirty="0" err="1"/>
              <a:t>ponuky</a:t>
            </a:r>
            <a:r>
              <a:rPr lang="en-GB" dirty="0"/>
              <a:t>, </a:t>
            </a:r>
            <a:r>
              <a:rPr lang="en-GB" dirty="0" err="1"/>
              <a:t>napríklad</a:t>
            </a:r>
            <a:r>
              <a:rPr lang="en-GB" dirty="0"/>
              <a:t> </a:t>
            </a:r>
            <a:r>
              <a:rPr lang="en-GB" dirty="0" err="1"/>
              <a:t>exkluzívne</a:t>
            </a:r>
            <a:r>
              <a:rPr lang="en-GB" dirty="0"/>
              <a:t> </a:t>
            </a:r>
            <a:r>
              <a:rPr lang="en-GB" dirty="0" err="1"/>
              <a:t>akcie</a:t>
            </a:r>
            <a:r>
              <a:rPr lang="en-GB" dirty="0"/>
              <a:t>, </a:t>
            </a:r>
            <a:r>
              <a:rPr lang="en-GB" dirty="0" err="1"/>
              <a:t>skorší</a:t>
            </a:r>
            <a:r>
              <a:rPr lang="en-GB" dirty="0"/>
              <a:t> </a:t>
            </a:r>
            <a:r>
              <a:rPr lang="en-GB" dirty="0" err="1"/>
              <a:t>prístup</a:t>
            </a:r>
            <a:r>
              <a:rPr lang="en-GB" dirty="0"/>
              <a:t> k </a:t>
            </a:r>
            <a:r>
              <a:rPr lang="en-GB" dirty="0" err="1"/>
              <a:t>zľavám</a:t>
            </a:r>
            <a:r>
              <a:rPr lang="en-GB" dirty="0"/>
              <a:t> </a:t>
            </a:r>
            <a:r>
              <a:rPr lang="en-GB" dirty="0" err="1"/>
              <a:t>alebo</a:t>
            </a:r>
            <a:r>
              <a:rPr lang="en-GB" dirty="0"/>
              <a:t> </a:t>
            </a:r>
            <a:r>
              <a:rPr lang="en-GB" dirty="0" err="1"/>
              <a:t>vyššie</a:t>
            </a:r>
            <a:r>
              <a:rPr lang="en-GB" dirty="0"/>
              <a:t> </a:t>
            </a:r>
            <a:r>
              <a:rPr lang="en-GB" dirty="0" err="1"/>
              <a:t>bodové</a:t>
            </a:r>
            <a:r>
              <a:rPr lang="en-GB" dirty="0"/>
              <a:t> </a:t>
            </a:r>
            <a:r>
              <a:rPr lang="en-GB" dirty="0" err="1"/>
              <a:t>benefity</a:t>
            </a:r>
            <a:r>
              <a:rPr lang="en-GB" dirty="0"/>
              <a:t>. </a:t>
            </a:r>
            <a:endParaRPr dirty="0"/>
          </a:p>
        </p:txBody>
      </p:sp>
      <p:sp>
        <p:nvSpPr>
          <p:cNvPr id="370" name="Google Shape;370;p37"/>
          <p:cNvSpPr txBox="1">
            <a:spLocks noGrp="1"/>
          </p:cNvSpPr>
          <p:nvPr>
            <p:ph type="subTitle" idx="7"/>
          </p:nvPr>
        </p:nvSpPr>
        <p:spPr>
          <a:xfrm>
            <a:off x="1171031" y="1803858"/>
            <a:ext cx="1975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Hypotéza</a:t>
            </a:r>
            <a:r>
              <a:rPr lang="en" dirty="0"/>
              <a:t> A</a:t>
            </a:r>
            <a:endParaRPr dirty="0"/>
          </a:p>
        </p:txBody>
      </p:sp>
      <p:sp>
        <p:nvSpPr>
          <p:cNvPr id="371" name="Google Shape;371;p37"/>
          <p:cNvSpPr txBox="1">
            <a:spLocks noGrp="1"/>
          </p:cNvSpPr>
          <p:nvPr>
            <p:ph type="subTitle" idx="8"/>
          </p:nvPr>
        </p:nvSpPr>
        <p:spPr>
          <a:xfrm>
            <a:off x="3791981" y="1803858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 err="1"/>
              <a:t>Hypotéza</a:t>
            </a:r>
            <a:r>
              <a:rPr lang="en-GB" dirty="0"/>
              <a:t> B</a:t>
            </a:r>
          </a:p>
        </p:txBody>
      </p:sp>
      <p:sp>
        <p:nvSpPr>
          <p:cNvPr id="372" name="Google Shape;372;p37"/>
          <p:cNvSpPr txBox="1">
            <a:spLocks noGrp="1"/>
          </p:cNvSpPr>
          <p:nvPr>
            <p:ph type="subTitle" idx="9"/>
          </p:nvPr>
        </p:nvSpPr>
        <p:spPr>
          <a:xfrm>
            <a:off x="6412931" y="1803858"/>
            <a:ext cx="1972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dirty="0" err="1"/>
              <a:t>Hypotéza</a:t>
            </a:r>
            <a:r>
              <a:rPr lang="en-GB" dirty="0"/>
              <a:t> C</a:t>
            </a:r>
          </a:p>
        </p:txBody>
      </p:sp>
      <p:grpSp>
        <p:nvGrpSpPr>
          <p:cNvPr id="378" name="Google Shape;378;p37"/>
          <p:cNvGrpSpPr/>
          <p:nvPr/>
        </p:nvGrpSpPr>
        <p:grpSpPr>
          <a:xfrm>
            <a:off x="3387790" y="1858802"/>
            <a:ext cx="329194" cy="329202"/>
            <a:chOff x="3282325" y="2035675"/>
            <a:chExt cx="459575" cy="454825"/>
          </a:xfrm>
        </p:grpSpPr>
        <p:sp>
          <p:nvSpPr>
            <p:cNvPr id="379" name="Google Shape;379;p37"/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" name="Google Shape;378;p37">
            <a:extLst>
              <a:ext uri="{FF2B5EF4-FFF2-40B4-BE49-F238E27FC236}">
                <a16:creationId xmlns:a16="http://schemas.microsoft.com/office/drawing/2014/main" id="{508D23DF-F509-CCCD-CA06-28CBA041006D}"/>
              </a:ext>
            </a:extLst>
          </p:cNvPr>
          <p:cNvGrpSpPr/>
          <p:nvPr/>
        </p:nvGrpSpPr>
        <p:grpSpPr>
          <a:xfrm>
            <a:off x="764875" y="1772340"/>
            <a:ext cx="329194" cy="329202"/>
            <a:chOff x="3282325" y="2035675"/>
            <a:chExt cx="459575" cy="454825"/>
          </a:xfrm>
        </p:grpSpPr>
        <p:sp>
          <p:nvSpPr>
            <p:cNvPr id="3" name="Google Shape;379;p37">
              <a:extLst>
                <a:ext uri="{FF2B5EF4-FFF2-40B4-BE49-F238E27FC236}">
                  <a16:creationId xmlns:a16="http://schemas.microsoft.com/office/drawing/2014/main" id="{0B7BC8F2-EBCE-3DA3-0AE7-20DE3EA121B0}"/>
                </a:ext>
              </a:extLst>
            </p:cNvPr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" name="Google Shape;380;p37">
              <a:extLst>
                <a:ext uri="{FF2B5EF4-FFF2-40B4-BE49-F238E27FC236}">
                  <a16:creationId xmlns:a16="http://schemas.microsoft.com/office/drawing/2014/main" id="{D2170766-944A-7900-B786-2905A3303780}"/>
                </a:ext>
              </a:extLst>
            </p:cNvPr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" name="Google Shape;381;p37">
              <a:extLst>
                <a:ext uri="{FF2B5EF4-FFF2-40B4-BE49-F238E27FC236}">
                  <a16:creationId xmlns:a16="http://schemas.microsoft.com/office/drawing/2014/main" id="{55A77EA5-5F71-20F0-4F57-389F84177D03}"/>
                </a:ext>
              </a:extLst>
            </p:cNvPr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382;p37">
              <a:extLst>
                <a:ext uri="{FF2B5EF4-FFF2-40B4-BE49-F238E27FC236}">
                  <a16:creationId xmlns:a16="http://schemas.microsoft.com/office/drawing/2014/main" id="{89A06190-06A5-C5A1-D674-BEFEF0FDE22F}"/>
                </a:ext>
              </a:extLst>
            </p:cNvPr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" name="Google Shape;378;p37">
            <a:extLst>
              <a:ext uri="{FF2B5EF4-FFF2-40B4-BE49-F238E27FC236}">
                <a16:creationId xmlns:a16="http://schemas.microsoft.com/office/drawing/2014/main" id="{07D7A373-C850-1FB2-BDF8-58349DBD0F7D}"/>
              </a:ext>
            </a:extLst>
          </p:cNvPr>
          <p:cNvGrpSpPr/>
          <p:nvPr/>
        </p:nvGrpSpPr>
        <p:grpSpPr>
          <a:xfrm>
            <a:off x="6023198" y="1858802"/>
            <a:ext cx="329194" cy="329202"/>
            <a:chOff x="3282325" y="2035675"/>
            <a:chExt cx="459575" cy="454825"/>
          </a:xfrm>
        </p:grpSpPr>
        <p:sp>
          <p:nvSpPr>
            <p:cNvPr id="8" name="Google Shape;379;p37">
              <a:extLst>
                <a:ext uri="{FF2B5EF4-FFF2-40B4-BE49-F238E27FC236}">
                  <a16:creationId xmlns:a16="http://schemas.microsoft.com/office/drawing/2014/main" id="{80948975-F574-608D-75B4-5AC796A3FE1D}"/>
                </a:ext>
              </a:extLst>
            </p:cNvPr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380;p37">
              <a:extLst>
                <a:ext uri="{FF2B5EF4-FFF2-40B4-BE49-F238E27FC236}">
                  <a16:creationId xmlns:a16="http://schemas.microsoft.com/office/drawing/2014/main" id="{C62D256F-1700-FD66-371A-79C373E2F022}"/>
                </a:ext>
              </a:extLst>
            </p:cNvPr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381;p37">
              <a:extLst>
                <a:ext uri="{FF2B5EF4-FFF2-40B4-BE49-F238E27FC236}">
                  <a16:creationId xmlns:a16="http://schemas.microsoft.com/office/drawing/2014/main" id="{0B204FC4-DE7A-2D4F-5568-7EE2BD8136A2}"/>
                </a:ext>
              </a:extLst>
            </p:cNvPr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382;p37">
              <a:extLst>
                <a:ext uri="{FF2B5EF4-FFF2-40B4-BE49-F238E27FC236}">
                  <a16:creationId xmlns:a16="http://schemas.microsoft.com/office/drawing/2014/main" id="{51EA0443-72CE-60D8-E0B2-A349884B797F}"/>
                </a:ext>
              </a:extLst>
            </p:cNvPr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3" name="Google Shape;369;p37">
            <a:extLst>
              <a:ext uri="{FF2B5EF4-FFF2-40B4-BE49-F238E27FC236}">
                <a16:creationId xmlns:a16="http://schemas.microsoft.com/office/drawing/2014/main" id="{BB2F115F-B417-3020-5B01-ABBE4D70D951}"/>
              </a:ext>
            </a:extLst>
          </p:cNvPr>
          <p:cNvSpPr txBox="1">
            <a:spLocks/>
          </p:cNvSpPr>
          <p:nvPr/>
        </p:nvSpPr>
        <p:spPr>
          <a:xfrm>
            <a:off x="3296818" y="2331642"/>
            <a:ext cx="2222047" cy="192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Pre </a:t>
            </a:r>
            <a:r>
              <a:rPr lang="en-GB" dirty="0" err="1"/>
              <a:t>mladšie</a:t>
            </a:r>
            <a:r>
              <a:rPr lang="en-GB" dirty="0"/>
              <a:t> </a:t>
            </a:r>
            <a:r>
              <a:rPr lang="en-GB" dirty="0" err="1"/>
              <a:t>skupiny</a:t>
            </a:r>
            <a:r>
              <a:rPr lang="en-GB" dirty="0"/>
              <a:t> </a:t>
            </a:r>
            <a:r>
              <a:rPr lang="en-GB" dirty="0" err="1"/>
              <a:t>používať</a:t>
            </a:r>
            <a:r>
              <a:rPr lang="en-GB" dirty="0"/>
              <a:t> </a:t>
            </a:r>
            <a:r>
              <a:rPr lang="en-GB" dirty="0" err="1"/>
              <a:t>cenovo</a:t>
            </a:r>
            <a:r>
              <a:rPr lang="en-GB" dirty="0"/>
              <a:t> </a:t>
            </a:r>
            <a:r>
              <a:rPr lang="en-GB" dirty="0" err="1"/>
              <a:t>citlivú</a:t>
            </a:r>
            <a:r>
              <a:rPr lang="en-GB" dirty="0"/>
              <a:t> </a:t>
            </a:r>
            <a:r>
              <a:rPr lang="en-GB" dirty="0" err="1"/>
              <a:t>komunikáciu</a:t>
            </a:r>
            <a:r>
              <a:rPr lang="en-GB" dirty="0"/>
              <a:t>: </a:t>
            </a:r>
          </a:p>
          <a:p>
            <a:pPr marL="0" indent="0"/>
            <a:endParaRPr lang="en-GB" dirty="0"/>
          </a:p>
          <a:p>
            <a:pPr marL="0" indent="0"/>
            <a:r>
              <a:rPr lang="en-GB" dirty="0" err="1"/>
              <a:t>študentské</a:t>
            </a:r>
            <a:r>
              <a:rPr lang="en-GB" dirty="0"/>
              <a:t> </a:t>
            </a:r>
            <a:r>
              <a:rPr lang="en-GB" dirty="0" err="1"/>
              <a:t>akcie</a:t>
            </a:r>
            <a:r>
              <a:rPr lang="en-GB" dirty="0"/>
              <a:t>, </a:t>
            </a:r>
            <a:r>
              <a:rPr lang="en-GB" dirty="0" err="1"/>
              <a:t>zľavové</a:t>
            </a:r>
            <a:r>
              <a:rPr lang="en-GB" dirty="0"/>
              <a:t> </a:t>
            </a:r>
            <a:r>
              <a:rPr lang="en-GB" dirty="0" err="1"/>
              <a:t>kupóny</a:t>
            </a:r>
            <a:r>
              <a:rPr lang="en-GB" dirty="0"/>
              <a:t>, online </a:t>
            </a:r>
            <a:r>
              <a:rPr lang="en-GB" dirty="0" err="1"/>
              <a:t>kampane</a:t>
            </a:r>
            <a:r>
              <a:rPr lang="en-GB" dirty="0"/>
              <a:t>.</a:t>
            </a:r>
          </a:p>
          <a:p>
            <a:pPr marL="0" indent="0"/>
            <a:endParaRPr lang="en-GB" dirty="0"/>
          </a:p>
          <a:p>
            <a:pPr marL="0" indent="0"/>
            <a:r>
              <a:rPr lang="en-GB" dirty="0"/>
              <a:t>Pri </a:t>
            </a:r>
            <a:r>
              <a:rPr lang="en-GB" dirty="0" err="1"/>
              <a:t>starších</a:t>
            </a:r>
            <a:r>
              <a:rPr lang="en-GB" dirty="0"/>
              <a:t> </a:t>
            </a:r>
            <a:r>
              <a:rPr lang="en-GB" dirty="0" err="1"/>
              <a:t>skupinách</a:t>
            </a:r>
            <a:r>
              <a:rPr lang="en-GB" dirty="0"/>
              <a:t> </a:t>
            </a:r>
            <a:r>
              <a:rPr lang="en-GB" dirty="0" err="1"/>
              <a:t>viac</a:t>
            </a:r>
            <a:r>
              <a:rPr lang="en-GB" dirty="0"/>
              <a:t> </a:t>
            </a:r>
            <a:r>
              <a:rPr lang="en-GB" dirty="0" err="1"/>
              <a:t>komunikovať</a:t>
            </a:r>
            <a:r>
              <a:rPr lang="en-GB" dirty="0"/>
              <a:t> </a:t>
            </a:r>
            <a:r>
              <a:rPr lang="en-GB" dirty="0" err="1"/>
              <a:t>kvalitu</a:t>
            </a:r>
            <a:r>
              <a:rPr lang="en-GB" dirty="0"/>
              <a:t>, </a:t>
            </a:r>
            <a:r>
              <a:rPr lang="en-GB" dirty="0" err="1"/>
              <a:t>servis</a:t>
            </a:r>
            <a:r>
              <a:rPr lang="en-GB" dirty="0"/>
              <a:t>, </a:t>
            </a:r>
            <a:r>
              <a:rPr lang="en-GB" dirty="0" err="1"/>
              <a:t>záruku</a:t>
            </a:r>
            <a:r>
              <a:rPr lang="en-GB" dirty="0"/>
              <a:t> a </a:t>
            </a:r>
            <a:r>
              <a:rPr lang="en-GB" dirty="0" err="1"/>
              <a:t>pohodlie</a:t>
            </a:r>
            <a:r>
              <a:rPr lang="en-GB" dirty="0"/>
              <a:t> </a:t>
            </a:r>
            <a:r>
              <a:rPr lang="en-GB" dirty="0" err="1"/>
              <a:t>nákupu</a:t>
            </a:r>
            <a:r>
              <a:rPr lang="en-GB" dirty="0"/>
              <a:t>.</a:t>
            </a:r>
          </a:p>
        </p:txBody>
      </p:sp>
      <p:sp>
        <p:nvSpPr>
          <p:cNvPr id="44" name="Google Shape;369;p37">
            <a:extLst>
              <a:ext uri="{FF2B5EF4-FFF2-40B4-BE49-F238E27FC236}">
                <a16:creationId xmlns:a16="http://schemas.microsoft.com/office/drawing/2014/main" id="{7DFA2958-DDD7-77F8-F3D0-6AF9E88003C5}"/>
              </a:ext>
            </a:extLst>
          </p:cNvPr>
          <p:cNvSpPr txBox="1">
            <a:spLocks/>
          </p:cNvSpPr>
          <p:nvPr/>
        </p:nvSpPr>
        <p:spPr>
          <a:xfrm>
            <a:off x="6023198" y="2331642"/>
            <a:ext cx="2222047" cy="192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Newsletter </a:t>
            </a:r>
            <a:r>
              <a:rPr lang="en-GB" dirty="0" err="1"/>
              <a:t>nepoužívať</a:t>
            </a:r>
            <a:r>
              <a:rPr lang="en-GB" dirty="0"/>
              <a:t> </a:t>
            </a:r>
            <a:r>
              <a:rPr lang="en-GB" dirty="0" err="1"/>
              <a:t>len</a:t>
            </a:r>
            <a:r>
              <a:rPr lang="en-GB" dirty="0"/>
              <a:t> </a:t>
            </a:r>
            <a:r>
              <a:rPr lang="en-GB" dirty="0" err="1"/>
              <a:t>ako</a:t>
            </a:r>
            <a:r>
              <a:rPr lang="en-GB" dirty="0"/>
              <a:t> </a:t>
            </a:r>
            <a:r>
              <a:rPr lang="en-GB" dirty="0" err="1"/>
              <a:t>zľavový</a:t>
            </a:r>
            <a:r>
              <a:rPr lang="en-GB" dirty="0"/>
              <a:t> </a:t>
            </a:r>
            <a:r>
              <a:rPr lang="en-GB" dirty="0" err="1"/>
              <a:t>kanál</a:t>
            </a:r>
            <a:r>
              <a:rPr lang="en-GB" dirty="0"/>
              <a:t>.</a:t>
            </a:r>
          </a:p>
          <a:p>
            <a:pPr marL="0" indent="0"/>
            <a:endParaRPr lang="en-GB" dirty="0"/>
          </a:p>
          <a:p>
            <a:pPr marL="0" indent="0"/>
            <a:r>
              <a:rPr lang="en-GB" dirty="0" err="1"/>
              <a:t>Využiť</a:t>
            </a:r>
            <a:r>
              <a:rPr lang="en-GB" dirty="0"/>
              <a:t> </a:t>
            </a:r>
            <a:r>
              <a:rPr lang="en-GB" dirty="0" err="1"/>
              <a:t>ho</a:t>
            </a:r>
            <a:r>
              <a:rPr lang="en-GB" dirty="0"/>
              <a:t> </a:t>
            </a:r>
            <a:r>
              <a:rPr lang="en-GB" dirty="0" err="1"/>
              <a:t>hlavne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pripomínanie</a:t>
            </a:r>
            <a:r>
              <a:rPr lang="en-GB" dirty="0"/>
              <a:t> </a:t>
            </a:r>
            <a:r>
              <a:rPr lang="en-GB" dirty="0" err="1"/>
              <a:t>nevyčerpaných</a:t>
            </a:r>
            <a:r>
              <a:rPr lang="en-GB" dirty="0"/>
              <a:t> </a:t>
            </a:r>
            <a:r>
              <a:rPr lang="en-GB" dirty="0" err="1"/>
              <a:t>bodov</a:t>
            </a:r>
            <a:r>
              <a:rPr lang="en-GB" dirty="0"/>
              <a:t>, </a:t>
            </a:r>
            <a:r>
              <a:rPr lang="en-GB" dirty="0" err="1"/>
              <a:t>personalizované</a:t>
            </a:r>
            <a:r>
              <a:rPr lang="en-GB" dirty="0"/>
              <a:t> </a:t>
            </a:r>
            <a:r>
              <a:rPr lang="en-GB" dirty="0" err="1"/>
              <a:t>odporúčania</a:t>
            </a:r>
            <a:r>
              <a:rPr lang="en-GB" dirty="0"/>
              <a:t> a </a:t>
            </a:r>
            <a:r>
              <a:rPr lang="en-GB" dirty="0" err="1"/>
              <a:t>motiváciu</a:t>
            </a:r>
            <a:r>
              <a:rPr lang="en-GB" dirty="0"/>
              <a:t> k </a:t>
            </a:r>
            <a:r>
              <a:rPr lang="en-GB" dirty="0" err="1"/>
              <a:t>opakovanému</a:t>
            </a:r>
            <a:r>
              <a:rPr lang="en-GB" dirty="0"/>
              <a:t> </a:t>
            </a:r>
            <a:r>
              <a:rPr lang="en-GB" dirty="0" err="1"/>
              <a:t>nákupu</a:t>
            </a:r>
            <a:r>
              <a:rPr lang="en-GB" dirty="0"/>
              <a:t>.</a:t>
            </a:r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>
          <a:extLst>
            <a:ext uri="{FF2B5EF4-FFF2-40B4-BE49-F238E27FC236}">
              <a16:creationId xmlns:a16="http://schemas.microsoft.com/office/drawing/2014/main" id="{2FE62A24-F684-4E19-6981-A850EA54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>
            <a:extLst>
              <a:ext uri="{FF2B5EF4-FFF2-40B4-BE49-F238E27FC236}">
                <a16:creationId xmlns:a16="http://schemas.microsoft.com/office/drawing/2014/main" id="{5FEA3234-DC52-76B6-5212-6E39598EE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20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Odporúčania</a:t>
            </a:r>
            <a:endParaRPr dirty="0"/>
          </a:p>
        </p:txBody>
      </p:sp>
      <p:sp>
        <p:nvSpPr>
          <p:cNvPr id="370" name="Google Shape;370;p37">
            <a:extLst>
              <a:ext uri="{FF2B5EF4-FFF2-40B4-BE49-F238E27FC236}">
                <a16:creationId xmlns:a16="http://schemas.microsoft.com/office/drawing/2014/main" id="{6980DDEC-BD3A-DDB4-1A5A-213E9436CFA0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171031" y="1803858"/>
            <a:ext cx="1975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Hypotéza</a:t>
            </a:r>
            <a:r>
              <a:rPr lang="en" dirty="0"/>
              <a:t> D</a:t>
            </a:r>
            <a:endParaRPr dirty="0"/>
          </a:p>
        </p:txBody>
      </p:sp>
      <p:sp>
        <p:nvSpPr>
          <p:cNvPr id="371" name="Google Shape;371;p37">
            <a:extLst>
              <a:ext uri="{FF2B5EF4-FFF2-40B4-BE49-F238E27FC236}">
                <a16:creationId xmlns:a16="http://schemas.microsoft.com/office/drawing/2014/main" id="{B2F75174-2AF3-9792-18F5-B3B29AD6F92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791981" y="1803858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 err="1"/>
              <a:t>Hypotéza</a:t>
            </a:r>
            <a:r>
              <a:rPr lang="en-GB" dirty="0"/>
              <a:t> E</a:t>
            </a:r>
          </a:p>
        </p:txBody>
      </p:sp>
      <p:sp>
        <p:nvSpPr>
          <p:cNvPr id="372" name="Google Shape;372;p37">
            <a:extLst>
              <a:ext uri="{FF2B5EF4-FFF2-40B4-BE49-F238E27FC236}">
                <a16:creationId xmlns:a16="http://schemas.microsoft.com/office/drawing/2014/main" id="{04E56B67-8EA0-FF3E-02E6-D718D25BA3EE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412931" y="1803858"/>
            <a:ext cx="1972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dirty="0" err="1"/>
              <a:t>Hypotéza</a:t>
            </a:r>
            <a:r>
              <a:rPr lang="en-GB" dirty="0"/>
              <a:t> F</a:t>
            </a:r>
          </a:p>
        </p:txBody>
      </p:sp>
      <p:grpSp>
        <p:nvGrpSpPr>
          <p:cNvPr id="378" name="Google Shape;378;p37">
            <a:extLst>
              <a:ext uri="{FF2B5EF4-FFF2-40B4-BE49-F238E27FC236}">
                <a16:creationId xmlns:a16="http://schemas.microsoft.com/office/drawing/2014/main" id="{57616B92-B5B8-3FAD-0D48-A2CA18183973}"/>
              </a:ext>
            </a:extLst>
          </p:cNvPr>
          <p:cNvGrpSpPr/>
          <p:nvPr/>
        </p:nvGrpSpPr>
        <p:grpSpPr>
          <a:xfrm>
            <a:off x="3387790" y="1858802"/>
            <a:ext cx="329194" cy="329202"/>
            <a:chOff x="3282325" y="2035675"/>
            <a:chExt cx="459575" cy="454825"/>
          </a:xfrm>
        </p:grpSpPr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382EC417-9841-CAFB-3A6B-5345EA4B42C8}"/>
                </a:ext>
              </a:extLst>
            </p:cNvPr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145858A1-D610-0B1C-486B-2B12EE877D5D}"/>
                </a:ext>
              </a:extLst>
            </p:cNvPr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FF7691E0-99EF-A215-5041-8598B9525D3A}"/>
                </a:ext>
              </a:extLst>
            </p:cNvPr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9C90D125-630F-1D29-EE50-743D3A928FEC}"/>
                </a:ext>
              </a:extLst>
            </p:cNvPr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" name="Google Shape;378;p37">
            <a:extLst>
              <a:ext uri="{FF2B5EF4-FFF2-40B4-BE49-F238E27FC236}">
                <a16:creationId xmlns:a16="http://schemas.microsoft.com/office/drawing/2014/main" id="{01D22C26-D5D8-AF3D-73D1-5C272C881ACF}"/>
              </a:ext>
            </a:extLst>
          </p:cNvPr>
          <p:cNvGrpSpPr/>
          <p:nvPr/>
        </p:nvGrpSpPr>
        <p:grpSpPr>
          <a:xfrm>
            <a:off x="764875" y="1772340"/>
            <a:ext cx="329194" cy="329202"/>
            <a:chOff x="3282325" y="2035675"/>
            <a:chExt cx="459575" cy="454825"/>
          </a:xfrm>
        </p:grpSpPr>
        <p:sp>
          <p:nvSpPr>
            <p:cNvPr id="3" name="Google Shape;379;p37">
              <a:extLst>
                <a:ext uri="{FF2B5EF4-FFF2-40B4-BE49-F238E27FC236}">
                  <a16:creationId xmlns:a16="http://schemas.microsoft.com/office/drawing/2014/main" id="{4FC27CA5-8384-2EDE-1755-58A25DDD295C}"/>
                </a:ext>
              </a:extLst>
            </p:cNvPr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" name="Google Shape;380;p37">
              <a:extLst>
                <a:ext uri="{FF2B5EF4-FFF2-40B4-BE49-F238E27FC236}">
                  <a16:creationId xmlns:a16="http://schemas.microsoft.com/office/drawing/2014/main" id="{CF21DF99-939B-A2CD-F8D9-9D91367071DE}"/>
                </a:ext>
              </a:extLst>
            </p:cNvPr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" name="Google Shape;381;p37">
              <a:extLst>
                <a:ext uri="{FF2B5EF4-FFF2-40B4-BE49-F238E27FC236}">
                  <a16:creationId xmlns:a16="http://schemas.microsoft.com/office/drawing/2014/main" id="{F3229A88-BA0F-504C-80B7-E0AEA0EEA946}"/>
                </a:ext>
              </a:extLst>
            </p:cNvPr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382;p37">
              <a:extLst>
                <a:ext uri="{FF2B5EF4-FFF2-40B4-BE49-F238E27FC236}">
                  <a16:creationId xmlns:a16="http://schemas.microsoft.com/office/drawing/2014/main" id="{8DF172FE-6D89-44B4-73E7-18D3976C2BB2}"/>
                </a:ext>
              </a:extLst>
            </p:cNvPr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" name="Google Shape;378;p37">
            <a:extLst>
              <a:ext uri="{FF2B5EF4-FFF2-40B4-BE49-F238E27FC236}">
                <a16:creationId xmlns:a16="http://schemas.microsoft.com/office/drawing/2014/main" id="{BB6D7D2E-28FD-5E8F-E5AA-C1D6461CF9EE}"/>
              </a:ext>
            </a:extLst>
          </p:cNvPr>
          <p:cNvGrpSpPr/>
          <p:nvPr/>
        </p:nvGrpSpPr>
        <p:grpSpPr>
          <a:xfrm>
            <a:off x="6023198" y="1858802"/>
            <a:ext cx="329194" cy="329202"/>
            <a:chOff x="3282325" y="2035675"/>
            <a:chExt cx="459575" cy="454825"/>
          </a:xfrm>
        </p:grpSpPr>
        <p:sp>
          <p:nvSpPr>
            <p:cNvPr id="8" name="Google Shape;379;p37">
              <a:extLst>
                <a:ext uri="{FF2B5EF4-FFF2-40B4-BE49-F238E27FC236}">
                  <a16:creationId xmlns:a16="http://schemas.microsoft.com/office/drawing/2014/main" id="{365A7781-76A4-A1D5-08FC-CF73C2FCE909}"/>
                </a:ext>
              </a:extLst>
            </p:cNvPr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380;p37">
              <a:extLst>
                <a:ext uri="{FF2B5EF4-FFF2-40B4-BE49-F238E27FC236}">
                  <a16:creationId xmlns:a16="http://schemas.microsoft.com/office/drawing/2014/main" id="{AF75067F-0EA9-BC7D-F515-DBE30DC798EB}"/>
                </a:ext>
              </a:extLst>
            </p:cNvPr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381;p37">
              <a:extLst>
                <a:ext uri="{FF2B5EF4-FFF2-40B4-BE49-F238E27FC236}">
                  <a16:creationId xmlns:a16="http://schemas.microsoft.com/office/drawing/2014/main" id="{72E95873-40C5-0203-0F23-3EA13D19C3D0}"/>
                </a:ext>
              </a:extLst>
            </p:cNvPr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382;p37">
              <a:extLst>
                <a:ext uri="{FF2B5EF4-FFF2-40B4-BE49-F238E27FC236}">
                  <a16:creationId xmlns:a16="http://schemas.microsoft.com/office/drawing/2014/main" id="{D3742D4A-7574-FA32-7B2D-9EAAA9D6074C}"/>
                </a:ext>
              </a:extLst>
            </p:cNvPr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3" name="Google Shape;369;p37">
            <a:extLst>
              <a:ext uri="{FF2B5EF4-FFF2-40B4-BE49-F238E27FC236}">
                <a16:creationId xmlns:a16="http://schemas.microsoft.com/office/drawing/2014/main" id="{9201A065-BE36-88E9-84B5-2D978728A1B0}"/>
              </a:ext>
            </a:extLst>
          </p:cNvPr>
          <p:cNvSpPr txBox="1">
            <a:spLocks/>
          </p:cNvSpPr>
          <p:nvPr/>
        </p:nvSpPr>
        <p:spPr>
          <a:xfrm>
            <a:off x="705882" y="2331642"/>
            <a:ext cx="2222047" cy="192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V </a:t>
            </a:r>
            <a:r>
              <a:rPr lang="en-GB" dirty="0" err="1"/>
              <a:t>regiónoch</a:t>
            </a:r>
            <a:r>
              <a:rPr lang="en-GB" dirty="0"/>
              <a:t> s </a:t>
            </a:r>
            <a:r>
              <a:rPr lang="en-GB" dirty="0" err="1"/>
              <a:t>vysokou</a:t>
            </a:r>
            <a:r>
              <a:rPr lang="en-GB" dirty="0"/>
              <a:t> </a:t>
            </a:r>
            <a:r>
              <a:rPr lang="en-GB" dirty="0" err="1"/>
              <a:t>citlivosťou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testovať</a:t>
            </a:r>
            <a:r>
              <a:rPr lang="en-GB" dirty="0"/>
              <a:t> </a:t>
            </a:r>
            <a:r>
              <a:rPr lang="en-GB" dirty="0" err="1"/>
              <a:t>lokálne</a:t>
            </a:r>
            <a:r>
              <a:rPr lang="en-GB" dirty="0"/>
              <a:t> </a:t>
            </a:r>
            <a:r>
              <a:rPr lang="en-GB" dirty="0" err="1"/>
              <a:t>kampane</a:t>
            </a:r>
            <a:r>
              <a:rPr lang="en-GB" dirty="0"/>
              <a:t>.</a:t>
            </a:r>
          </a:p>
          <a:p>
            <a:pPr marL="0" indent="0"/>
            <a:endParaRPr lang="en-GB" dirty="0"/>
          </a:p>
          <a:p>
            <a:pPr marL="0" indent="0"/>
            <a:r>
              <a:rPr lang="en-GB" dirty="0" err="1"/>
              <a:t>Napríklad</a:t>
            </a:r>
            <a:r>
              <a:rPr lang="en-GB" dirty="0"/>
              <a:t> v </a:t>
            </a:r>
            <a:r>
              <a:rPr lang="en-GB" dirty="0" err="1"/>
              <a:t>Košickom</a:t>
            </a:r>
            <a:r>
              <a:rPr lang="en-GB" dirty="0"/>
              <a:t>/</a:t>
            </a:r>
            <a:r>
              <a:rPr lang="en-GB" dirty="0" err="1"/>
              <a:t>Nitrianskom</a:t>
            </a:r>
            <a:r>
              <a:rPr lang="en-GB" dirty="0"/>
              <a:t> </a:t>
            </a:r>
            <a:r>
              <a:rPr lang="en-GB" dirty="0" err="1"/>
              <a:t>regióne</a:t>
            </a:r>
            <a:r>
              <a:rPr lang="en-GB" dirty="0"/>
              <a:t> </a:t>
            </a:r>
            <a:r>
              <a:rPr lang="en-GB" dirty="0" err="1"/>
              <a:t>cieliť</a:t>
            </a:r>
            <a:r>
              <a:rPr lang="en-GB" dirty="0"/>
              <a:t> </a:t>
            </a:r>
            <a:r>
              <a:rPr lang="en-GB" dirty="0" err="1"/>
              <a:t>akciové</a:t>
            </a:r>
            <a:r>
              <a:rPr lang="en-GB" dirty="0"/>
              <a:t> </a:t>
            </a:r>
            <a:r>
              <a:rPr lang="en-GB" dirty="0" err="1"/>
              <a:t>ponuky</a:t>
            </a:r>
            <a:r>
              <a:rPr lang="en-GB" dirty="0"/>
              <a:t>, </a:t>
            </a:r>
            <a:r>
              <a:rPr lang="en-GB" dirty="0" err="1"/>
              <a:t>letáky</a:t>
            </a:r>
            <a:r>
              <a:rPr lang="en-GB" dirty="0"/>
              <a:t>, SMS </a:t>
            </a:r>
            <a:r>
              <a:rPr lang="en-GB" dirty="0" err="1"/>
              <a:t>alebo</a:t>
            </a:r>
            <a:r>
              <a:rPr lang="en-GB" dirty="0"/>
              <a:t> </a:t>
            </a:r>
            <a:r>
              <a:rPr lang="en-GB" dirty="0" err="1"/>
              <a:t>regionálne</a:t>
            </a:r>
            <a:r>
              <a:rPr lang="en-GB" dirty="0"/>
              <a:t> promo </a:t>
            </a:r>
            <a:r>
              <a:rPr lang="en-GB" dirty="0" err="1"/>
              <a:t>kampane</a:t>
            </a:r>
            <a:r>
              <a:rPr lang="en-GB" dirty="0"/>
              <a:t>.</a:t>
            </a:r>
          </a:p>
        </p:txBody>
      </p:sp>
      <p:sp>
        <p:nvSpPr>
          <p:cNvPr id="44" name="Google Shape;369;p37">
            <a:extLst>
              <a:ext uri="{FF2B5EF4-FFF2-40B4-BE49-F238E27FC236}">
                <a16:creationId xmlns:a16="http://schemas.microsoft.com/office/drawing/2014/main" id="{044303E8-EA40-BE36-1FD7-8AA1A2DF5FD2}"/>
              </a:ext>
            </a:extLst>
          </p:cNvPr>
          <p:cNvSpPr txBox="1">
            <a:spLocks/>
          </p:cNvSpPr>
          <p:nvPr/>
        </p:nvSpPr>
        <p:spPr>
          <a:xfrm>
            <a:off x="6023198" y="2331642"/>
            <a:ext cx="2414920" cy="192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V </a:t>
            </a:r>
            <a:r>
              <a:rPr lang="en-GB" dirty="0" err="1"/>
              <a:t>decembri</a:t>
            </a:r>
            <a:r>
              <a:rPr lang="en-GB" dirty="0"/>
              <a:t> </a:t>
            </a:r>
            <a:r>
              <a:rPr lang="en-GB" dirty="0" err="1"/>
              <a:t>posilniť</a:t>
            </a:r>
            <a:r>
              <a:rPr lang="en-GB" dirty="0"/>
              <a:t> </a:t>
            </a:r>
            <a:r>
              <a:rPr lang="en-GB" dirty="0" err="1"/>
              <a:t>zásoby</a:t>
            </a:r>
            <a:r>
              <a:rPr lang="en-GB" dirty="0"/>
              <a:t>, marketing a </a:t>
            </a:r>
            <a:r>
              <a:rPr lang="en-GB" dirty="0" err="1"/>
              <a:t>personalizované</a:t>
            </a:r>
            <a:r>
              <a:rPr lang="en-GB" dirty="0"/>
              <a:t> </a:t>
            </a:r>
            <a:r>
              <a:rPr lang="en-GB" dirty="0" err="1"/>
              <a:t>ponuky</a:t>
            </a:r>
            <a:r>
              <a:rPr lang="en-GB" dirty="0"/>
              <a:t>.</a:t>
            </a:r>
          </a:p>
          <a:p>
            <a:pPr marL="0" indent="0"/>
            <a:endParaRPr lang="en-GB" dirty="0"/>
          </a:p>
          <a:p>
            <a:pPr marL="0" indent="0"/>
            <a:r>
              <a:rPr lang="en-GB" dirty="0"/>
              <a:t>V </a:t>
            </a:r>
            <a:r>
              <a:rPr lang="en-GB" dirty="0" err="1"/>
              <a:t>slabších</a:t>
            </a:r>
            <a:r>
              <a:rPr lang="en-GB" dirty="0"/>
              <a:t> </a:t>
            </a:r>
            <a:r>
              <a:rPr lang="en-GB" dirty="0" err="1"/>
              <a:t>mesiacoch</a:t>
            </a:r>
            <a:r>
              <a:rPr lang="en-GB" dirty="0"/>
              <a:t>, </a:t>
            </a:r>
            <a:r>
              <a:rPr lang="en-GB" dirty="0" err="1"/>
              <a:t>najmä</a:t>
            </a:r>
            <a:r>
              <a:rPr lang="en-GB" dirty="0"/>
              <a:t> </a:t>
            </a:r>
            <a:r>
              <a:rPr lang="en-GB" dirty="0" err="1"/>
              <a:t>máj</a:t>
            </a:r>
            <a:r>
              <a:rPr lang="en-GB" dirty="0"/>
              <a:t>/</a:t>
            </a:r>
            <a:r>
              <a:rPr lang="en-GB" dirty="0" err="1"/>
              <a:t>jún</a:t>
            </a:r>
            <a:r>
              <a:rPr lang="en-GB" dirty="0"/>
              <a:t>, </a:t>
            </a:r>
            <a:r>
              <a:rPr lang="en-GB" dirty="0" err="1"/>
              <a:t>používať</a:t>
            </a:r>
            <a:r>
              <a:rPr lang="en-GB" dirty="0"/>
              <a:t> </a:t>
            </a:r>
            <a:r>
              <a:rPr lang="en-GB" dirty="0" err="1"/>
              <a:t>zľavy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podporu</a:t>
            </a:r>
            <a:r>
              <a:rPr lang="en-GB" dirty="0"/>
              <a:t> </a:t>
            </a:r>
            <a:r>
              <a:rPr lang="en-GB" dirty="0" err="1"/>
              <a:t>dopytu</a:t>
            </a:r>
            <a:r>
              <a:rPr lang="en-GB" dirty="0"/>
              <a:t> a </a:t>
            </a:r>
            <a:r>
              <a:rPr lang="en-GB" dirty="0" err="1"/>
              <a:t>vyrovnanie</a:t>
            </a:r>
            <a:r>
              <a:rPr lang="en-GB" dirty="0"/>
              <a:t> </a:t>
            </a:r>
            <a:r>
              <a:rPr lang="en-GB" dirty="0" err="1"/>
              <a:t>sezónnych</a:t>
            </a:r>
            <a:r>
              <a:rPr lang="en-GB" dirty="0"/>
              <a:t> </a:t>
            </a:r>
            <a:r>
              <a:rPr lang="en-GB" dirty="0" err="1"/>
              <a:t>výkyvov</a:t>
            </a:r>
            <a:r>
              <a:rPr lang="en-GB" dirty="0"/>
              <a:t> (</a:t>
            </a:r>
            <a:r>
              <a:rPr lang="en-GB" dirty="0" err="1"/>
              <a:t>letný</a:t>
            </a:r>
            <a:r>
              <a:rPr lang="en-GB" dirty="0"/>
              <a:t> </a:t>
            </a:r>
            <a:r>
              <a:rPr lang="en-GB" dirty="0" err="1"/>
              <a:t>výpredaj</a:t>
            </a:r>
            <a:r>
              <a:rPr lang="en-GB" dirty="0"/>
              <a:t>)</a:t>
            </a:r>
          </a:p>
        </p:txBody>
      </p:sp>
      <p:sp>
        <p:nvSpPr>
          <p:cNvPr id="14" name="Google Shape;369;p37">
            <a:extLst>
              <a:ext uri="{FF2B5EF4-FFF2-40B4-BE49-F238E27FC236}">
                <a16:creationId xmlns:a16="http://schemas.microsoft.com/office/drawing/2014/main" id="{FA2165DD-8901-5E03-EAE5-5AC3ECD53DFF}"/>
              </a:ext>
            </a:extLst>
          </p:cNvPr>
          <p:cNvSpPr txBox="1">
            <a:spLocks/>
          </p:cNvSpPr>
          <p:nvPr/>
        </p:nvSpPr>
        <p:spPr>
          <a:xfrm>
            <a:off x="3364540" y="2331642"/>
            <a:ext cx="2222047" cy="192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GB" dirty="0"/>
              <a:t>Najaktívnejších </a:t>
            </a:r>
            <a:r>
              <a:rPr lang="en-GB" dirty="0" err="1"/>
              <a:t>zákazníkov</a:t>
            </a:r>
            <a:r>
              <a:rPr lang="en-GB" dirty="0"/>
              <a:t> </a:t>
            </a:r>
            <a:r>
              <a:rPr lang="en-GB" dirty="0" err="1"/>
              <a:t>netreba</a:t>
            </a:r>
            <a:r>
              <a:rPr lang="en-GB" dirty="0"/>
              <a:t> </a:t>
            </a:r>
            <a:r>
              <a:rPr lang="en-GB" dirty="0" err="1"/>
              <a:t>obmedzovať</a:t>
            </a:r>
            <a:r>
              <a:rPr lang="en-GB" dirty="0"/>
              <a:t> v </a:t>
            </a:r>
            <a:r>
              <a:rPr lang="en-GB" dirty="0" err="1"/>
              <a:t>zľavách</a:t>
            </a:r>
            <a:r>
              <a:rPr lang="en-GB" dirty="0"/>
              <a:t>, ale </a:t>
            </a:r>
            <a:r>
              <a:rPr lang="en-GB" dirty="0" err="1"/>
              <a:t>cielene</a:t>
            </a:r>
            <a:r>
              <a:rPr lang="en-GB" dirty="0"/>
              <a:t> </a:t>
            </a:r>
            <a:r>
              <a:rPr lang="en-GB" dirty="0" err="1"/>
              <a:t>odmeňovať</a:t>
            </a:r>
            <a:r>
              <a:rPr lang="en-GB" dirty="0"/>
              <a:t>.</a:t>
            </a:r>
          </a:p>
          <a:p>
            <a:pPr marL="0" indent="0"/>
            <a:endParaRPr lang="en-GB" dirty="0"/>
          </a:p>
          <a:p>
            <a:pPr marL="0" indent="0"/>
            <a:r>
              <a:rPr lang="en-GB" dirty="0"/>
              <a:t>Zaviesť </a:t>
            </a:r>
            <a:r>
              <a:rPr lang="en-GB" dirty="0" err="1"/>
              <a:t>retenčné</a:t>
            </a:r>
            <a:r>
              <a:rPr lang="en-GB" dirty="0"/>
              <a:t> </a:t>
            </a:r>
            <a:r>
              <a:rPr lang="en-GB" dirty="0" err="1"/>
              <a:t>kampane</a:t>
            </a:r>
            <a:r>
              <a:rPr lang="en-GB" dirty="0"/>
              <a:t>, VIP </a:t>
            </a:r>
            <a:r>
              <a:rPr lang="en-GB" dirty="0" err="1"/>
              <a:t>kupóny</a:t>
            </a:r>
            <a:r>
              <a:rPr lang="en-GB" dirty="0"/>
              <a:t> a </a:t>
            </a:r>
            <a:r>
              <a:rPr lang="en-GB" dirty="0" err="1"/>
              <a:t>ponuky</a:t>
            </a:r>
            <a:r>
              <a:rPr lang="en-GB" dirty="0"/>
              <a:t> za </a:t>
            </a:r>
            <a:r>
              <a:rPr lang="en-GB" dirty="0" err="1"/>
              <a:t>opakované</a:t>
            </a:r>
            <a:r>
              <a:rPr lang="en-GB" dirty="0"/>
              <a:t> </a:t>
            </a:r>
            <a:r>
              <a:rPr lang="en-GB" dirty="0" err="1"/>
              <a:t>nákupy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8845694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1;p48">
            <a:extLst>
              <a:ext uri="{FF2B5EF4-FFF2-40B4-BE49-F238E27FC236}">
                <a16:creationId xmlns:a16="http://schemas.microsoft.com/office/drawing/2014/main" id="{53275171-882A-12C0-0291-558005149475}"/>
              </a:ext>
            </a:extLst>
          </p:cNvPr>
          <p:cNvSpPr txBox="1">
            <a:spLocks/>
          </p:cNvSpPr>
          <p:nvPr/>
        </p:nvSpPr>
        <p:spPr>
          <a:xfrm>
            <a:off x="970920" y="1604402"/>
            <a:ext cx="4764862" cy="1934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GB" sz="5400" dirty="0" err="1"/>
              <a:t>Vďaka</a:t>
            </a:r>
            <a:r>
              <a:rPr lang="en-GB" sz="5400" dirty="0"/>
              <a:t> za </a:t>
            </a:r>
            <a:r>
              <a:rPr lang="en-GB" sz="5400" dirty="0" err="1"/>
              <a:t>pozornosť</a:t>
            </a:r>
            <a:r>
              <a:rPr lang="en-GB" sz="5400" dirty="0"/>
              <a:t>!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1671</Words>
  <Application>Microsoft Macintosh PowerPoint</Application>
  <PresentationFormat>On-screen Show (16:9)</PresentationFormat>
  <Paragraphs>384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Cairo</vt:lpstr>
      <vt:lpstr>Open Sans</vt:lpstr>
      <vt:lpstr>Cambria Math</vt:lpstr>
      <vt:lpstr>PT Sans</vt:lpstr>
      <vt:lpstr>Space Grotesk Medium</vt:lpstr>
      <vt:lpstr>Space Grotesk</vt:lpstr>
      <vt:lpstr>Nunito Light</vt:lpstr>
      <vt:lpstr>Anaheim</vt:lpstr>
      <vt:lpstr>Raleway</vt:lpstr>
      <vt:lpstr>Data Migration Project Proposal by Slidesgo</vt:lpstr>
      <vt:lpstr>Táto prezentácia predstavuje verejne zdieľateľnú verziu projektu realizovaného v rámci pracovnej činnosti, na ktorú sa vzťahuje dohoda o mlčanlivosti (NDA).  Všetky uvedené číselné hodnoty, finančné ukazovatele a obchodné metriky boli z dôvodu ochrany dôverných informácií cenzúrované, respektíve anonymizované a náhodne upravené. Postup spracovania dát, analytická metodika, použitá logika a štruktúra reportingu však zodpovedajú pôvodnému projektu.  V pôvodnej práci boli na získavanie, spracovanie a analýzu dát využívané jazyky Python a R spolu s databázovým systémom. Dáta boli uložené na firemnom externom serveri a nie sú verejne dostupné.</vt:lpstr>
      <vt:lpstr>Dátové analýzy pre podporu rozhodovania</vt:lpstr>
      <vt:lpstr>Existujú skupiny zákazníkov, ktoré nakupujú viac so zľavou? Aký je rozdiel medzi týmito zákazníkmi a zákazníkmi, ktorí nakupujú s menšou zľavou alebo bez zľavy? </vt:lpstr>
      <vt:lpstr>Cieľ projektu</vt:lpstr>
      <vt:lpstr>XXX XXX.XX€</vt:lpstr>
      <vt:lpstr>Thinking framework</vt:lpstr>
      <vt:lpstr>Hypotéza</vt:lpstr>
      <vt:lpstr>Majú zákazníci s kartou úrovne 3 vyššiu alebo nižšiu mieru zľavy než zákazníci s kartou úrovne 1? </vt:lpstr>
      <vt:lpstr>Majú zákazníci so kartou úrovne 3 vyššiu alebo nižšiu mieru zľavy než zákazníci s kartou úrovne 1? </vt:lpstr>
      <vt:lpstr>Hypotéza A</vt:lpstr>
      <vt:lpstr>Hypotéza</vt:lpstr>
      <vt:lpstr>Sú mladší zákazníci viac zľavovo orientovaní?</vt:lpstr>
      <vt:lpstr>Hypotéza B</vt:lpstr>
      <vt:lpstr>Hypotéza</vt:lpstr>
      <vt:lpstr>Nakupujú odberatelia newslettera častejšie so zľavou?</vt:lpstr>
      <vt:lpstr>Nakupujú odberatelia newslettera častejšie so zľavou?</vt:lpstr>
      <vt:lpstr>Nakupujú odberatelia newslettera častejšie so zľavou?</vt:lpstr>
      <vt:lpstr>Hypotéza C</vt:lpstr>
      <vt:lpstr>Hypotéza</vt:lpstr>
      <vt:lpstr>Existujú regionálne rozdiely v používaní zliav?</vt:lpstr>
      <vt:lpstr>Existujú regionálne rozdiely v používaní zliav?</vt:lpstr>
      <vt:lpstr>Existujú regionálne rozdiely v používaní zliav?</vt:lpstr>
      <vt:lpstr>Hypotéza D</vt:lpstr>
      <vt:lpstr>Hypotéza</vt:lpstr>
      <vt:lpstr>Nakupujú častejší zákazníci s viac zľavami?</vt:lpstr>
      <vt:lpstr>Nakupujú častejší zákazníci s viac zľavami?</vt:lpstr>
      <vt:lpstr>Hypotéza E</vt:lpstr>
      <vt:lpstr>Hypotéza</vt:lpstr>
      <vt:lpstr>Existuje sezónnosť v používaní zliav?</vt:lpstr>
      <vt:lpstr>Hypotéza F</vt:lpstr>
      <vt:lpstr>Odporúčania</vt:lpstr>
      <vt:lpstr>Odporúčania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Kvotidian</cp:lastModifiedBy>
  <cp:revision>83</cp:revision>
  <dcterms:modified xsi:type="dcterms:W3CDTF">2026-06-15T10:23:27Z</dcterms:modified>
</cp:coreProperties>
</file>